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24000" y="1524000"/>
            <a:ext cx="2794000" cy="1397000"/>
          </a:xfrm>
          <a:prstGeom prst="roundRect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0"/>
              <a:t>Eingabe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34000" y="1524000"/>
            <a:ext cx="2794000" cy="1397000"/>
          </a:xfrm>
          <a:prstGeom prst="rect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0"/>
              <a:t>Verarbeitung</a:t>
            </a:r>
          </a:p>
        </p:txBody>
      </p:sp>
      <p:sp>
        <p:nvSpPr>
          <p:cNvPr id="4" name="Oval 3"/>
          <p:cNvSpPr/>
          <p:nvPr/>
        </p:nvSpPr>
        <p:spPr>
          <a:xfrm>
            <a:off x="9144000" y="1524000"/>
            <a:ext cx="2794000" cy="1397000"/>
          </a:xfrm>
          <a:prstGeom prst="ellipse">
            <a:avLst/>
          </a:prstGeom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0"/>
              <a:t>Ausgabe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16000" y="1016000"/>
            <a:ext cx="3810000" cy="2540000"/>
          </a:xfrm>
          <a:prstGeom prst="rect">
            <a:avLst/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0">
                <a:solidFill>
                  <a:srgbClr val="1F3864"/>
                </a:solidFill>
              </a:rPr>
              <a:t>Dieser etwas laengere Text muss innerhalb der Box auf mehrere Zeilen umgebrochen werden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842000" y="1016000"/>
            <a:ext cx="4064000" cy="2540000"/>
          </a:xfrm>
          <a:prstGeom prst="rect">
            <a:avLst/>
          </a:prstGeom>
          <a:solidFill>
            <a:srgbClr val="FBE5D6"/>
          </a:solidFill>
          <a:ln w="1905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00000"/>
                </a:solidFill>
              </a:rPr>
              <a:t>Fett und wichtig</a:t>
            </a:r>
          </a:p>
          <a:p>
            <a:pPr algn="l"/>
            <a:r>
              <a:rPr sz="1600" i="1">
                <a:solidFill>
                  <a:srgbClr val="1F3864"/>
                </a:solidFill>
              </a:rPr>
              <a:t>kursiv daneben</a:t>
            </a:r>
          </a:p>
          <a:p>
            <a:pPr algn="r"/>
            <a:r>
              <a:rPr sz="1600">
                <a:solidFill>
                  <a:srgbClr val="375623"/>
                </a:solidFill>
              </a:rPr>
              <a:t>rechtsbuendig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70000" y="2540000"/>
            <a:ext cx="2286000" cy="1143000"/>
          </a:xfrm>
          <a:prstGeom prst="rect">
            <a:avLst/>
          </a:prstGeom>
          <a:solidFill>
            <a:srgbClr val="4472C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0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3" name="Diamond 2"/>
          <p:cNvSpPr/>
          <p:nvPr/>
        </p:nvSpPr>
        <p:spPr>
          <a:xfrm>
            <a:off x="5080000" y="2286000"/>
            <a:ext cx="2286000" cy="1651000"/>
          </a:xfrm>
          <a:prstGeom prst="diamond">
            <a:avLst/>
          </a:prstGeom>
          <a:solidFill>
            <a:srgbClr val="FFC000"/>
          </a:solidFill>
          <a:ln w="25400">
            <a:solidFill>
              <a:srgbClr val="7F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0">
                <a:solidFill>
                  <a:srgbClr val="000000"/>
                </a:solidFill>
              </a:rPr>
              <a:t>ok?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90000" y="2540000"/>
            <a:ext cx="2286000" cy="1143000"/>
          </a:xfrm>
          <a:prstGeom prst="roundRect">
            <a:avLst/>
          </a:prstGeom>
          <a:solidFill>
            <a:srgbClr val="70AD47"/>
          </a:solidFill>
          <a:ln w="2540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0">
                <a:solidFill>
                  <a:srgbClr val="FFFFFF"/>
                </a:solidFill>
              </a:rPr>
              <a:t>Ende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556000" y="3111500"/>
            <a:ext cx="1524000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366000" y="3111500"/>
            <a:ext cx="1524000" cy="0"/>
          </a:xfrm>
          <a:prstGeom prst="line">
            <a:avLst/>
          </a:prstGeom>
          <a:ln w="28575">
            <a:solidFill>
              <a:srgbClr val="404040"/>
            </a:solidFill>
            <a:tailEnd type="stealth" w="med" len="med"/>
            <a:head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40000" y="1524000"/>
            <a:ext cx="3810000" cy="2540000"/>
          </a:xfrm>
          <a:prstGeom prst="rect">
            <a:avLst/>
          </a:prstGeom>
          <a:solidFill>
            <a:srgbClr val="4472C4"/>
          </a:solidFill>
          <a:ln w="254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45000" y="2540000"/>
            <a:ext cx="3810000" cy="2540000"/>
          </a:xfrm>
          <a:prstGeom prst="ellipse">
            <a:avLst/>
          </a:prstGeom>
          <a:solidFill>
            <a:srgbClr val="ED7D31"/>
          </a:solidFill>
          <a:ln w="25400">
            <a:solidFill>
              <a:srgbClr val="833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6350000" y="1778000"/>
            <a:ext cx="3556000" cy="2540000"/>
          </a:xfrm>
          <a:prstGeom prst="diamond">
            <a:avLst/>
          </a:prstGeom>
          <a:solidFill>
            <a:srgbClr val="70AD47"/>
          </a:solidFill>
          <a:ln w="2540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