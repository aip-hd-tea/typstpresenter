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59"/>
  </p:notesMasterIdLst>
  <p:handoutMasterIdLst>
    <p:handoutMasterId r:id="rId60"/>
  </p:handoutMasterIdLst>
  <p:sldIdLst>
    <p:sldId id="794" r:id="rId10"/>
  </p:sldIdLst>
  <p:sldSz cx="9144000" cy="6858000" type="screen4x3"/>
  <p:notesSz cx="10234613" cy="7104063"/>
  <p:custDataLst>
    <p:tags r:id="rId6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70C0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Helle Formatvorlage 1 - Akz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20263" autoAdjust="0"/>
    <p:restoredTop sz="92610" autoAdjust="0"/>
  </p:normalViewPr>
  <p:slideViewPr>
    <p:cSldViewPr>
      <p:cViewPr varScale="1">
        <p:scale>
          <a:sx n="144" d="100"/>
          <a:sy n="144" d="100"/>
        </p:scale>
        <p:origin x="144" y="92"/>
      </p:cViewPr>
      <p:guideLst>
        <p:guide orient="horz" pos="2160"/>
        <p:guide pos="2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698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handoutMaster" Target="handoutMasters/handoutMaster1.xml"/><Relationship Id="rId61" Type="http://schemas.openxmlformats.org/officeDocument/2006/relationships/tags" Target="tags/tag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434999" cy="355203"/>
          </a:xfrm>
          <a:prstGeom prst="rect">
            <a:avLst/>
          </a:prstGeom>
        </p:spPr>
        <p:txBody>
          <a:bodyPr vert="horz" lIns="95491" tIns="47745" rIns="95491" bIns="47745" rtlCol="0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797248" y="1"/>
            <a:ext cx="4434999" cy="355203"/>
          </a:xfrm>
          <a:prstGeom prst="rect">
            <a:avLst/>
          </a:prstGeom>
        </p:spPr>
        <p:txBody>
          <a:bodyPr vert="horz" lIns="95491" tIns="47745" rIns="95491" bIns="47745" rtlCol="0"/>
          <a:lstStyle>
            <a:lvl1pPr algn="r">
              <a:defRPr sz="1300"/>
            </a:lvl1pPr>
          </a:lstStyle>
          <a:p>
            <a:fld id="{503D259A-BC5A-44A4-AF17-09BFC30AC7B9}" type="datetimeFigureOut">
              <a:rPr lang="de-DE" smtClean="0"/>
              <a:pPr/>
              <a:t>22.04.2026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747629"/>
            <a:ext cx="4434999" cy="355203"/>
          </a:xfrm>
          <a:prstGeom prst="rect">
            <a:avLst/>
          </a:prstGeom>
        </p:spPr>
        <p:txBody>
          <a:bodyPr vert="horz" lIns="95491" tIns="47745" rIns="95491" bIns="47745" rtlCol="0" anchor="b"/>
          <a:lstStyle>
            <a:lvl1pPr algn="l">
              <a:defRPr sz="13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797248" y="6747629"/>
            <a:ext cx="4434999" cy="355203"/>
          </a:xfrm>
          <a:prstGeom prst="rect">
            <a:avLst/>
          </a:prstGeom>
        </p:spPr>
        <p:txBody>
          <a:bodyPr vert="horz" lIns="95491" tIns="47745" rIns="95491" bIns="47745" rtlCol="0" anchor="b"/>
          <a:lstStyle>
            <a:lvl1pPr algn="r">
              <a:defRPr sz="1300"/>
            </a:lvl1pPr>
          </a:lstStyle>
          <a:p>
            <a:fld id="{69916C2F-BC73-49DB-9119-EC35D25111C2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7591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0-04-29T10:02:31.52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15503 16637 89 0,'-8'-2'91'0,"0"-1"6"15,-5-2 4-15,8 0-30 0,-3 2-32 16,3 1-19-16,-2-1-9 0,7 0-8 16,-3 1-3-16,-2 1-4 0,5 1 0 0,0 0-1 0,0 0 0 15,0 0 4-15,0 0-1 0,0 0 1 16,0 0 0-16,0 1-1 0,0 1-3 0,0 1-13 15,5 0-28-15,-2 5-24 0,2-1-13 16,-3-4-4-16,-2 3-1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2:58:05.267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350 1 240 0 0,'-1'4'696'0'0,"-1"3"-2"0"0,-8 1 245 0 0,-3-6 121 0 0,-86 54-225 0 0,43 109-1249 0 0,55-73 438 0 0,15-18 42 0 0,28 21-31 0 0,1-25 271 0 0,-25-47-142 0 0,5 14 60 0 0,-2-2-135 0 0,44 99 299 0 0,-63-126-373 0 0,1 0 0 0 0,-1-1 0 0 0,-1 2 0 0 0,1-1 1 0 0,-2 0-1 0 0,1 0 0 0 0,-1 0 0 0 0,0 0 0 0 0,0 1 1 0 0,-1-1-1 0 0,0 0 0 0 0,-1 0 0 0 0,0 0 0 0 0,0 0 0 0 0,0 0 1 0 0,-1-1-1 0 0,0 1 0 0 0,-1-1 0 0 0,0 0 0 0 0,0 1 0 0 0,0-2 1 0 0,-1 1-1 0 0,0-1 0 0 0,0 1 0 0 0,-1-1 0 0 0,1-1 0 0 0,-1 1 1 0 0,-6 3-16 0 0,-126 111 7 0 0,81 27 68 0 0,22-54-142 0 0,14 85-14 0 0,112-18-95 0 0,85 12 59 0 0,-81-89 125 0 0,-90 92-36 0 0,-35 3 46 0 0,-78 21 77 0 0,-13-35-51 0 0,31-73-55 0 0,12 87-71 0 0,60 6-47 0 0,36-50 174 0 0,20-31-99 0 0,53-4 41 0 0,-70-81 32 0 0,34 49 18 0 0,-42-48-21 0 0,-11-16-13 0 0,54 129-75 0 0,-22-32 13 0 0,-25-30 86 0 0,-8-56-3790 0 0,-2-16 3138 0 0,1-1 117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2:58:13.276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273 0 180 0 0,'0'0'99'0'0,"0"0"-8"0"0,5 7 607 0 0,6 7-189 0 0,-5-6 333 0 0,-32 2 151 0 0,26-10-1000 0 0,0 0 4 0 0,0 0 6 0 0,-56 11-20 0 0,56-11 15 0 0,-1 0 7 0 0,-32 13-32 0 0,-41 12-69 0 0,74-25 86 0 0,-31 49-244 0 0,6 117 150 0 0,21-9 188 0 0,20-35 265 0 0,14-34 138 0 0,-15-72-440 0 0,2 16-10 0 0,21 24-9 0 0,31 25 333 0 0,-38 31 738 0 0,-1-6-782 0 0,-28-100-316 0 0,-1 1-1 0 0,0 0 1 0 0,0 0-1 0 0,-1 0 1 0 0,0 0-1 0 0,0 0 1 0 0,0 0-1 0 0,-1 0 1 0 0,0-1-1 0 0,0 1 1 0 0,-1 0-1 0 0,0 0 1 0 0,0-1-1 0 0,0 1 1 0 0,-1-1-1 0 0,0 0 1 0 0,0 1-1 0 0,-1-2 1 0 0,0 1-1 0 0,-4 5 0 0 0,3-1-10 0 0,-41 105 33 0 0,-6-5-22 0 0,0-3-5 0 0,-4 15 4 0 0,17 2 7 0 0,30 11-118 0 0,65-32 117 0 0,21-2-31 0 0,-12-1-48 0 0,-16 9-72 0 0,-15-1 161 0 0,-30-60-14 0 0,-1-14-24 0 0,-2-12 19 0 0,-69 119-54 0 0,2-15-11 0 0,1-13 76 0 0,49-88-15 0 0,-12 27-20 0 0,15-18 12 0 0,10-14 11 0 0,-11 69-2 0 0,-2 9 1 0 0,27-47 17 0 0,25 33-10 0 0,-26-62-7 0 0,58 71-8 0 0,-45-46 42 0 0,-2-3 26 0 0,5 34 26 0 0,7 9-52 0 0,-6 60 649 0 0,-28-131-2252 0 0,2-16 956 0 0,-1 0-78 0 0,0 0-36 0 0,0 0 40 0 0,0 0 90 0 0,0 0 105 0 0,0 0 88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00:03.29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337 0 228 0 0,'0'2'504'0'0,"-1"5"-188"0"0,-2 10 419 0 0,4-9 302 0 0,-2-8-1034 0 0,2 0-6 0 0,1 0 1 0 0,-1 0 4 0 0,0 0 2 0 0,1 0-4 0 0,-4 0 1 0 0,1 0 2 0 0,1 0 1 0 0,0 0 0 0 0,0 0-1 0 0,0 0-6 0 0,-48 43-205 0 0,31-24 203 0 0,-3 2-3 0 0,15-8 5 0 0,-56 92 51 0 0,40-50-56 0 0,12 76 93 0 0,39 1-46 0 0,26-38-15 0 0,0-30 16 0 0,-56-62-37 0 0,0 1-5 0 0,26 43 1 0 0,26 6-6 0 0,-39 49 94 0 0,-25-9 73 0 0,-27-8-52 0 0,-107 87-68 0 0,68-58-52 0 0,35-16-8 0 0,-19 130 52 0 0,58-156-30 0 0,1-23 26 0 0,2-17 8 0 0,48 104 23 0 0,17-47-84 0 0,1-13 37 0 0,5 15-11 0 0,-41-45 26 0 0,6 6 94 0 0,-4 2 122 0 0,-22-44-152 0 0,-1 22-74 0 0,1 40 151 0 0,-9-17-100 0 0,-21 18 18 0 0,-36 45 181 0 0,40-71-130 0 0,-18 24-12 0 0,-25 26 130 0 0,28-33-238 0 0,0-1 20 0 0,-14 48-25 0 0,14-25 8 0 0,18 105-8 0 0,21-115 12 0 0,-1-9-4 0 0,20 48-46 0 0,-1-56 0 0 0,-3-23 26 0 0,-1 8-8 0 0,-20-41 4 0 0,2 1-111 0 0,4 8-48 0 0,-4-9-3894 0 0,-3-2 3688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13:25.4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350 1 240 0 0,'-1'4'696'0'0,"-1"3"-2"0"0,-8 1 245 0 0,-3-6 121 0 0,-86 54-225 0 0,43 109-1249 0 0,55-73 438 0 0,15-18 42 0 0,28 21-31 0 0,1-25 271 0 0,-25-47-142 0 0,5 14 60 0 0,-2-2-135 0 0,44 99 299 0 0,-63-126-373 0 0,1 0 0 0 0,-1-1 0 0 0,-1 2 0 0 0,1-1 1 0 0,-2 0-1 0 0,1 0 0 0 0,-1 0 0 0 0,0 0 0 0 0,0 1 1 0 0,-1-1-1 0 0,0 0 0 0 0,-1 0 0 0 0,0 0 0 0 0,0 0 0 0 0,0 0 1 0 0,-1-1-1 0 0,0 1 0 0 0,-1-1 0 0 0,0 0 0 0 0,0 1 0 0 0,0-2 1 0 0,-1 1-1 0 0,0-1 0 0 0,0 1 0 0 0,-1-1 0 0 0,1-1 0 0 0,-1 1 1 0 0,-6 3-16 0 0,-126 111 7 0 0,81 27 68 0 0,22-54-142 0 0,14 85-14 0 0,112-18-95 0 0,85 12 59 0 0,-81-89 125 0 0,-90 92-36 0 0,-35 3 46 0 0,-78 21 77 0 0,-13-35-51 0 0,31-73-55 0 0,12 87-71 0 0,60 6-47 0 0,36-50 174 0 0,20-31-99 0 0,53-4 41 0 0,-70-81 32 0 0,34 49 18 0 0,-42-48-21 0 0,-11-16-13 0 0,54 129-75 0 0,-22-32 13 0 0,-25-30 86 0 0,-8-56-3790 0 0,-2-16 3138 0 0,1-1 117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13:25.4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273 0 180 0 0,'0'0'99'0'0,"0"0"-8"0"0,5 7 607 0 0,6 7-189 0 0,-5-6 333 0 0,-32 2 151 0 0,26-10-1000 0 0,0 0 4 0 0,0 0 6 0 0,-56 11-20 0 0,56-11 15 0 0,-1 0 7 0 0,-32 13-32 0 0,-41 12-69 0 0,74-25 86 0 0,-31 49-244 0 0,6 117 150 0 0,21-9 188 0 0,20-35 265 0 0,14-34 138 0 0,-15-72-440 0 0,2 16-10 0 0,21 24-9 0 0,31 25 333 0 0,-38 31 738 0 0,-1-6-782 0 0,-28-100-316 0 0,-1 1-1 0 0,0 0 1 0 0,0 0-1 0 0,-1 0 1 0 0,0 0-1 0 0,0 0 1 0 0,0 0-1 0 0,-1 0 1 0 0,0-1-1 0 0,0 1 1 0 0,-1 0-1 0 0,0 0 1 0 0,0-1-1 0 0,0 1 1 0 0,-1-1-1 0 0,0 0 1 0 0,0 1-1 0 0,-1-2 1 0 0,0 1-1 0 0,-4 5 0 0 0,3-1-10 0 0,-41 105 33 0 0,-6-5-22 0 0,0-3-5 0 0,-4 15 4 0 0,17 2 7 0 0,30 11-118 0 0,65-32 117 0 0,21-2-31 0 0,-12-1-48 0 0,-16 9-72 0 0,-15-1 161 0 0,-30-60-14 0 0,-1-14-24 0 0,-2-12 19 0 0,-69 119-54 0 0,2-15-11 0 0,1-13 76 0 0,49-88-15 0 0,-12 27-20 0 0,15-18 12 0 0,10-14 11 0 0,-11 69-2 0 0,-2 9 1 0 0,27-47 17 0 0,25 33-10 0 0,-26-62-7 0 0,58 71-8 0 0,-45-46 42 0 0,-2-3 26 0 0,5 34 26 0 0,7 9-52 0 0,-6 60 649 0 0,-28-131-2252 0 0,2-16 956 0 0,-1 0-78 0 0,0 0-36 0 0,0 0 40 0 0,0 0 90 0 0,0 0 105 0 0,0 0 88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13:25.42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337 0 228 0 0,'0'2'504'0'0,"-1"5"-188"0"0,-2 10 419 0 0,4-9 302 0 0,-2-8-1034 0 0,2 0-6 0 0,1 0 1 0 0,-1 0 4 0 0,0 0 2 0 0,1 0-4 0 0,-4 0 1 0 0,1 0 2 0 0,1 0 1 0 0,0 0 0 0 0,0 0-1 0 0,0 0-6 0 0,-48 43-205 0 0,31-24 203 0 0,-3 2-3 0 0,15-8 5 0 0,-56 92 51 0 0,40-50-56 0 0,12 76 93 0 0,39 1-46 0 0,26-38-15 0 0,0-30 16 0 0,-56-62-37 0 0,0 1-5 0 0,26 43 1 0 0,26 6-6 0 0,-39 49 94 0 0,-25-9 73 0 0,-27-8-52 0 0,-107 87-68 0 0,68-58-52 0 0,35-16-8 0 0,-19 130 52 0 0,58-156-30 0 0,1-23 26 0 0,2-17 8 0 0,48 104 23 0 0,17-47-84 0 0,1-13 37 0 0,5 15-11 0 0,-41-45 26 0 0,6 6 94 0 0,-4 2 122 0 0,-22-44-152 0 0,-1 22-74 0 0,1 40 151 0 0,-9-17-100 0 0,-21 18 18 0 0,-36 45 181 0 0,40-71-130 0 0,-18 24-12 0 0,-25 26 130 0 0,28-33-238 0 0,0-1 20 0 0,-14 48-25 0 0,14-25 8 0 0,18 105-8 0 0,21-115 12 0 0,-1-9-4 0 0,20 48-46 0 0,-1-56 0 0 0,-3-23 26 0 0,-1 8-8 0 0,-20-41 4 0 0,2 1-111 0 0,4 8-48 0 0,-4-9-3894 0 0,-3-2 3688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13:25.4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 63 256 0 0,'-3'2'555'0'0,"11"18"-262"0"0,-17-14-360 0 0,7-5-661 0 0,2 1 551 0 0</inkml:trace>
  <inkml:trace contextRef="#ctx0" brushRef="#br0" timeOffset="1">6 136 176 0 0,'0'3'625'0'0,"0"3"-485"0"0,12 3 1040 0 0,-13-9-1145 0 0,1 0 1 0 0,0 0-2 0 0,0 0 4 0 0,0 0-1 0 0,0 0 3 0 0,0 0 3 0 0,0 0-2 0 0,0 0 2 0 0,-17-12 1249 0 0,27-14-870 0 0,14 6-427 0 0,30 7 8 0 0,-53 12-2 0 0,33 6 66 0 0,15 22-59 0 0,-16 7 100 0 0,-4-1-108 0 0,3-3 5 0 0,2 5 26 0 0,-34-33-37 0 0,67 54 190 0 0,-50-48-166 0 0,143 51 14 0 0,-98-54-20 0 0,49-24 140 0 0,70-19 123 0 0,-102 1-223 0 0,6-29-51 0 0,4-16 0 0 0,-22 30-32 0 0,66-11 62 0 0,61 44 21 0 0,-106 33-77 0 0,-38 21 277 0 0,54 6-233 0 0,26-5-6 0 0,-98-22 50 0 0,-31-14-64 0 0,26 18 29 0 0,24 21 203 0 0,53 12-236 0 0,57-35-162 0 0,-137-19 160 0 0,1-10-5 0 0,5 0 0 0 0,21-15 9 0 0,59-11 38 0 0,84-50-1 0 0,-138 65-33 0 0,116-8 40 0 0,-55 30 21 0 0,-100 2-41 0 0,121 46-28 0 0,-44 9-80 0 0,-37-20 91 0 0,3 4-42 0 0,-27-14 10 0 0,67 46-12 0 0,-44-44 28 0 0,34-23 27 0 0,49-41-19 0 0,-40-3-98 0 0,28-13 60 0 0,46-26 78 0 0,-61 32-32 0 0,28 31 17 0 0,-19 30-39 0 0,-22 20 119 0 0,-26-7-144 0 0,-41-13 45 0 0,13 13-95 0 0,-11 17 47 0 0,17 11 50 0 0,-35-43 4 0 0,27 0-8 0 0,-42-12-2 0 0,48 8-52 0 0,-48-7 46 0 0,-1-1 2 0 0,39 4-72 0 0,-16-2 11 0 0,3 0 128 0 0,-19-6-2818 0 0,-13 2 781 0 0,6 2 1639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15:36.466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1 425 128 0 0,'-1'0'622'0'0,"13"-1"-148"0"0,14-1 29 0 0,-26 2-489 0 0,0 0 4 0 0,0 0-1 0 0,-3-3 1536 0 0,6 4-1546 0 0,56-24 339 0 0,77-45-340 0 0,148-9-10 0 0,-22 40 221 0 0,-157 27-155 0 0,-34 3-71 0 0,39 1 14 0 0,57 8 7 0 0,-36 1-7 0 0,-27 6-49 0 0,-49-6 39 0 0,35 1 2 0 0,-89-4-8 0 0,37 4-1196 0 0,-38-4 1006 0 0,0 0-20 0 0,-9-5-1398 0 0,5 5 1294 0 0</inkml:trace>
  <inkml:trace contextRef="#ctx0" brushRef="#br0" timeOffset="1499.48">1496 0 176 0 0,'1'3'819'0'0,"4"8"88"0"0,5 13 398 0 0,-9-24-1229 0 0,95 43 1231 0 0,-43-5-1257 0 0,-27-23-43 0 0,-26-14-8 0 0,0 0 5 0 0,8 2 19 0 0,-69 35 801 0 0,7-3-812 0 0,-42 32 108 0 0,50-29-43 0 0,38-33-1021 0 0,-4 3-1084 0 0,10-6 1324 0 0,1-2 607 0 0,-4 0-381 0 0,3 0-424 0 0,2 0 617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16:44.272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1755 30 128 0 0,'0'-5'199'0'0,"0"5"-298"0"0</inkml:trace>
  <inkml:trace contextRef="#ctx0" brushRef="#br0" timeOffset="3976.08">1722 1 180 0 0,'-2'-1'623'0'0,"4"2"-594"0"0,-2-1 0 0 0,0 0 1 0 0,3 2 278 0 0,1 3 262 0 0,-30-9 81 0 0,-14 30-786 0 0,11-4 83 0 0,-16-7 171 0 0,43-13-119 0 0,-51 15 112 0 0,22-8-100 0 0,30-8-7 0 0,-41 8 82 0 0,-2 1 141 0 0,11 0-158 0 0,32-10-64 0 0,-1 0-2 0 0,-42 12-2 0 0,-19 10 16 0 0,-102 22 86 0 0,40-5 93 0 0,-22-3 271 0 0,13-13 188 0 0,-6 5-82 0 0,26-20-145 0 0,-25-1-228 0 0,65-28-290 0 0,-19-2 95 0 0,27 9-8 0 0,48 8 14 0 0,-5-6 6 0 0,-11-6-2392 0 0,35 24-119 0 0,-1-6 2174 0 0</inkml:trace>
  <inkml:trace contextRef="#ctx0" brushRef="#br0" timeOffset="5093.54">15 200 204 0 0,'0'0'225'0'0,"0"0"1"0"0,0 0-28 0 0,6-2 1090 0 0,-19 11-213 0 0,39 36-747 0 0,14 42 252 0 0,-7-14-384 0 0,-12-5-155 0 0,-7-26-26 0 0,-20-71-1936 0 0,-8 7-166 0 0,14 19 1847 0 0</inkml:trace>
  <inkml:trace contextRef="#ctx0" brushRef="#br0" timeOffset="5940.16">22 230 204 0 0,'4'-8'1189'0'0,"-1"0"-157"0"0,-9 7-609 0 0,58-6-18 0 0,30-20 847 0 0,2 0-505 0 0,-11-15-703 0 0,-26 15-534 0 0,-7 15-1324 0 0,-53 17-732 0 0,13-5 2280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17:08.270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0 478 180 0 0,'0'1'460'0'0,"1"4"59"0"0,6-1-237 0 0,-15-9 897 0 0,8 5-1163 0 0,0 0 0 0 0,0 0-3 0 0,0 0 2 0 0,0 0-3 0 0,0 0 0 0 0,0 0 0 0 0,0 0-3 0 0,0 0 1 0 0,0 0-5 0 0,0 0-2 0 0,0 0-6 0 0,0 0-1 0 0,0 0 0 0 0,0 0 2 0 0,0 0 4 0 0,0 0 1 0 0,0 0-6 0 0,0 0-1 0 0,0 0 0 0 0,0 0 0 0 0,0 0 0 0 0,0 0 2 0 0,0 0 4 0 0,0 0 1 0 0,0 0-6 0 0,0 0-1 0 0,0 0-4 0 0,0 0 1 0 0,0 0 2 0 0,0 0 3 0 0,0 0 5 0 0,0 0 4 0 0,0 0-3 0 0,0 0-1 0 0,0 0-6 0 0,0 0-1 0 0,0 0 2 0 0,0 0 4 0 0,0 0 2 0 0,0 0 0 0 0,0 0 0 0 0,0 0 0 0 0,0 0 0 0 0,0 0 0 0 0,0 0 0 0 0,0 0 0 0 0,0 0 1 0 0,0 0 2 0 0,0 0-2 0 0,0 0 2 0 0,0 0-3 0 0,0 0 0 0 0,0 0 0 0 0,0 0 0 0 0,0 0 1 0 0,0 0 2 0 0,0 0-3 0 0,0 0-1 0 0,0 0-4 0 0,0 0 2 0 0,0 0-4 0 0,0 0 1 0 0,0 0 4 0 0,0 0 2 0 0,0 0-1 0 0,1 0-6 0 0,4 0-1 0 0,-4 0 0 0 0,-1 0-3 0 0,0 0 2 0 0,0 0 1 0 0,0 0-3 0 0,59-27-113 0 0,-6 1-53 0 0,94 1 353 0 0,-61 20-220 0 0,-85 5 36 0 0,60-17 16 0 0,65-20-23 0 0,-34 6 21 0 0,28 7-21 0 0,-18 7-13 0 0,-47 4 5 0 0,36 4 18 0 0,9-6-11 0 0,60-5 36 0 0,80-9 33 0 0,-80 17-38 0 0,65-3-7 0 0,4 8-12 0 0,104-3 40 0 0,-154 8 13 0 0,-6 0-21 0 0,-31 14-28 0 0,-4 9 55 0 0,-136-20-55 0 0,24 1-16 0 0,12 3 41 0 0,-36-5-26 0 0,10 3 13 0 0,-11-2-16 0 0,-1 0-4 0 0,34 4 10 0 0,-8-3-128 0 0,-39-36-1999 0 0,13 34 1822 0 0</inkml:trace>
  <inkml:trace contextRef="#ctx0" brushRef="#br0" timeOffset="1705.37">3067 1 240 0 0,'-14'7'1840'0'0,"2"10"437"0"0,96 20-1530 0 0,-37-13-730 0 0,-12 12-34 0 0,-34-36 10 0 0,3 0 4 0 0,-3 1 5 0 0,-1 1 0 0 0,0 0 6 0 0,14 13-90 0 0,-14-15 74 0 0,0 0 13 0 0,0 0 5 0 0,0 0-3 0 0,1 0 2 0 0,3 0-6 0 0,-4 5-15 0 0,1-5 14 0 0,-1 0 1 0 0,0 2-6 0 0,0-1-1 0 0,0 0 2 0 0,0 0 2 0 0,12 2-2 0 0,-10-2 5 0 0,-2 0-6 0 0,-10-1 5 0 0,18 0 26 0 0,-6 0-34 0 0,-2 0 1 0 0,-14-7 302 0 0,14 6-249 0 0,0 1-1 0 0,0 0-7 0 0,0 0-10 0 0,-1 0-4 0 0,-164 47 32 0 0,50 16 78 0 0,64-34-116 0 0,47-26-94 0 0,-13 13 66 0 0,10-20-830 0 0,7 4 486 0 0,7 1-294 0 0,0 0-2640 0 0,-7-1 2961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17:43.999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3540 50 128 0 0,'-9'-2'477'0'0,"5"1"123"0"0,4 1-566 0 0,33-4 1300 0 0,-79 40-1258 0 0,14-22 59 0 0,8 3 77 0 0,-26 2 85 0 0,-24 26-114 0 0,28-9-51 0 0,-3 3 9 0 0,-121 7 462 0 0,106-36-281 0 0,-187 7 374 0 0,-2 2-466 0 0,-114 1-82 0 0,142-20-235 0 0,-91 15-70 0 0,-144 16 69 0 0,173-9-88 0 0,60-39 216 0 0,88-4-12 0 0,32 8-36 0 0,-14-38-8 0 0,23 3 2 0 0,32 11 21 0 0,18 10-8 0 0,48 45-355 0 0,8-43-3504 0 0,-9 25 3555 0 0,1 0 16 0 0,0 0 27 0 0</inkml:trace>
  <inkml:trace contextRef="#ctx0" brushRef="#br0" timeOffset="808.53">20 215 240 0 0,'0'0'231'0'0,"9"-2"665"0"0,-6 0-764 0 0,-2-16 605 0 0,-21 23 283 0 0,19 5-805 0 0,49 58-154 0 0,31 24 68 0 0,-65-51-33 0 0,-20-6 535 0 0,11-38-3319 0 0,-17-20 1575 0 0,12 22 834 0 0</inkml:trace>
  <inkml:trace contextRef="#ctx0" brushRef="#br0" timeOffset="1587.89">0 278 168 0 0,'16'-25'1069'0'0,"0"14"-890"0"0,51-26 369 0 0,106-41 188 0 0,-13-26-294 0 0,-133 84 242 0 0,-26 20-690 0 0,30-2-685 0 0,-14 12-1987 0 0,-12-8 2375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10:44.597"/>
    </inkml:context>
    <inkml:brush xml:id="br0">
      <inkml:brushProperty name="width" value="0.1" units="cm"/>
      <inkml:brushProperty name="height" value="0.1" units="cm"/>
      <inkml:brushProperty name="color" value="#E71224"/>
    </inkml:brush>
    <inkml:brush xml:id="br1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229 4159 256 0 0,'-3'2'555'0'0,"11"18"-262"0"0,-17-14-360 0 0,7-5-661 0 0,2 1 551 0 0</inkml:trace>
  <inkml:trace contextRef="#ctx0" brushRef="#br0" timeOffset="6271.24">201 4232 176 0 0,'0'3'625'0'0,"0"3"-485"0"0,12 3 1040 0 0,-13-9-1145 0 0,1 0 1 0 0,0 0-2 0 0,0 0 4 0 0,0 0-1 0 0,0 0 3 0 0,0 0 3 0 0,0 0-2 0 0,0 0 2 0 0,-17-12 1249 0 0,27-14-870 0 0,14 6-427 0 0,30 7 8 0 0,-53 12-2 0 0,33 6 66 0 0,15 22-59 0 0,-16 7 100 0 0,-4-1-108 0 0,3-3 5 0 0,2 5 26 0 0,-34-33-37 0 0,67 54 190 0 0,-50-48-166 0 0,143 51 14 0 0,-98-54-20 0 0,49-24 140 0 0,70-19 123 0 0,-102 1-223 0 0,6-29-51 0 0,4-16 0 0 0,-22 30-32 0 0,66-11 62 0 0,61 44 21 0 0,-106 33-77 0 0,-38 21 277 0 0,54 6-233 0 0,26-5-6 0 0,-98-22 50 0 0,-31-14-64 0 0,26 18 29 0 0,24 21 203 0 0,53 12-236 0 0,57-35-162 0 0,-137-19 160 0 0,1-10-5 0 0,5 0 0 0 0,21-15 9 0 0,59-11 38 0 0,84-50-1 0 0,-138 65-33 0 0,116-8 40 0 0,-55 30 21 0 0,-100 2-41 0 0,121 46-28 0 0,-44 9-80 0 0,-37-20 91 0 0,3 4-42 0 0,-27-14 10 0 0,67 46-12 0 0,-44-44 28 0 0,34-23 27 0 0,49-41-19 0 0,-40-3-98 0 0,28-13 60 0 0,46-26 78 0 0,-61 32-32 0 0,28 31 17 0 0,-19 30-39 0 0,-22 20 119 0 0,-26-7-144 0 0,-41-13 45 0 0,13 13-95 0 0,-11 17 47 0 0,17 11 50 0 0,-35-43 4 0 0,27 0-8 0 0,-42-12-2 0 0,48 8-52 0 0,-48-7 46 0 0,-1-1 2 0 0,39 4-72 0 0,-16-2 11 0 0,3 0 128 0 0,-19-6-2818 0 0,-13 2 781 0 0,6 2 1639 0 0</inkml:trace>
  <inkml:trace contextRef="#ctx0" brushRef="#br1" timeOffset="168416.53">595 1 204 0 0,'0'10'739'0'0,"0"-10"-730"0"0,0 0 0 0 0,0 0 2 0 0,1 12 438 0 0,-8 0-351 0 0,7-12-101 0 0,0 1-1 0 0,0 0 1 0 0,0 1 6 0 0,0-1 1 0 0,0 0-1 0 0,-22 38-17 0 0,6-11 22 0 0,10-13 3 0 0,-22 19-3 0 0,-1-1 5 0 0,-8 12 169 0 0,4-15-126 0 0,-6 10-19 0 0,4 4 22 0 0,14-15-34 0 0,5 2-5 0 0,-12 40 127 0 0,0 2-118 0 0,6 0-22 0 0,-17 57-10 0 0,28-86 0 0 0,-6 42 23 0 0,-10 23-5 0 0,-1 27-3 0 0,11-55 13 0 0,0 0-18 0 0,6-28 13 0 0,0-4-24 0 0,-2 40 8 0 0,-2-6 12 0 0,4 25 0 0 0,0 12 24 0 0,10 23-16 0 0,1 43 20 0 0,6-53-16 0 0,5-37 9 0 0,6 15 18 0 0,-1-42-27 0 0,7 6-27 0 0,0 14 3 0 0,4-9 3 0 0,1-23-11 0 0,0 6 24 0 0,26 68 100 0 0,-41-80-4 0 0,29 40 116 0 0,2-12-195 0 0,-3-18-22 0 0,3-6-19 0 0,28 44 33 0 0,28 25-33 0 0,0-14 3 0 0,-2-17-10 0 0,-29-24-5 0 0,-3 2 23 0 0,-28-29-6 0 0,-14-9 2 0 0,-13-22 5 0 0,27 27-22 0 0,-11-8 13 0 0,-3-4-2 0 0,-23-25 5 0 0,15 19 6 0 0,12 12-12 0 0,-24-30 5 0 0,9 14-10 0 0,1-7-699 0 0,-2-13-1039 0 0,-12 4 1430 0 0</inkml:trace>
  <inkml:trace contextRef="#ctx0" brushRef="#br1" timeOffset="169936.53">767 4002 196 0 0,'0'-1'249'0'0,"0"-4"277"0"0,0 2-169 0 0,0 2-40 0 0,0 1-222 0 0,3 3 394 0 0,23 20-286 0 0,11 2-175 0 0,24 3 16 0 0,105 1-28 0 0,-77-3-35 0 0,-88-26 22 0 0,-1 0 1 0 0,1 2-4 0 0,33 22 73 0 0,-30-24-70 0 0</inkml:trace>
  <inkml:trace contextRef="#ctx0" brushRef="#br1" timeOffset="172406.53">1111 3803 152 0 0,'0'0'231'0'0,"0"0"5"0"0,0 0-22 0 0,0 0-42 0 0,0 0-42 0 0,2 1 129 0 0,6 2 64 0 0,10 4 1323 0 0,-7 35-1133 0 0,23 21-265 0 0,-12-7 70 0 0,-6 1-208 0 0,1 17-54 0 0,11-22-64 0 0,-28-52-104 0 0,0 0-1 0 0,-1 0 0 0 0,1-1 1 0 0,0 1-1 0 0,0 0 0 0 0,0-1 0 0 0,0 1 1 0 0,0 0-1 0 0,-1 0 0 0 0,1-1 0 0 0,0 1 1 0 0,0 0-1 0 0,0-1 0 0 0,0 1 0 0 0,0 0 1 0 0,0-1-1 0 0,0 1 0 0 0,0 0 1 0 0,0-1-1 0 0,0 1 0 0 0,0 0 0 0 0,0-1 1 0 0,1 1-1 0 0,-1 0 0 0 0,0 0 0 0 0,0-1 113 0 0,-15-5-1134 0 0,14 6 819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31:37.516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295 0 140 0 0,'-5'4'2228'0'0,"5"-4"-2224"0"0,0 0 0 0 0,0 0 0 0 0,0 0 0 0 0,0 0 0 0 0,0 0 0 0 0,0 0 0 0 0,0 0-1 0 0,0 0-6 0 0,0 0 1 0 0,0 0 4 0 0,0 0 2 0 0,-1 0 0 0 0,-3 0-3 0 0,3-1 1 0 0,1 2-3 0 0,0-1 3 0 0,0 0 1 0 0,-10 10-13 0 0,-29 47 9 0 0,11 6 17 0 0,16-22 4 0 0,-10 32 12 0 0,11-16-24 0 0,-6 0 16 0 0,-5-5-15 0 0,5 44 19 0 0,1-35-28 0 0,5-11 17 0 0,-6 33 22 0 0,6-3-36 0 0,0 3 25 0 0,-6 63-4 0 0,6-55 13 0 0,5 53 50 0 0,1 52-71 0 0,10-147-20 0 0,6 14 16 0 0,6-2-19 0 0,0 4 10 0 0,5 15-3 0 0,-5-1-3 0 0,-1-11 11 0 0,-5-13 11 0 0,6 26 49 0 0,0 3-24 0 0,-6-25 21 0 0,5 31 67 0 0,12 24-4 0 0,-1-16 71 0 0,12 24-95 0 0,1-25-87 0 0,19 4-41 0 0,-22-28 35 0 0,44 96-7 0 0,-64-102-12 0 0,0-4 16 0 0,11 48-27 0 0,-12-46 34 0 0,-5-30-19 0 0,6 38 12 0 0,0-3 33 0 0,5 1-18 0 0,-22-70-27 0 0,0-1 0 0 0,10-10-2918 0 0,-9 10 2572 0 0</inkml:trace>
  <inkml:trace contextRef="#ctx0" brushRef="#br0" timeOffset="1407.84">490 3417 148 0 0,'-10'-1'443'0'0,"0"0"55"0"0,7-5-487 0 0,3 6-3 0 0,0 0 1 0 0,-22-18 964 0 0,11 7 2179 0 0,21 5-3029 0 0,-9 6-134 0 0,-1 1 5 0 0,39 33-50 0 0,56 49 34 0 0,-58-48-36 0 0,-19-5-1 0 0,-18-30 54 0 0,0 0-3 0 0,6 24-4 0 0,-5-23 8 0 0,2 0 2 0 0,-2-1 3 0 0,-2 0-4 0 0,-2 0-4 0 0,2 0 4 0 0,6-141 85 0 0,12 43-54 0 0,10 31 289 0 0,23 16-1636 0 0,-72 49-2289 0 0,22 2 3294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31:58.042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1 4674 188 0 0,'5'-9'1704'0'0,"0"10"-1657"0"0,-4-1 294 0 0,-1 19 703 0 0,0-32-912 0 0,0 13-124 0 0,0 12 104 0 0,0-26-38 0 0,0 26 8 0 0,0-141 50 0 0,5 43 73 0 0,6 40-139 0 0,6-10-13 0 0,5-21 130 0 0,-5-36 110 0 0,-12 54 69 0 0,7 10-288 0 0,-18-58 534 0 0,9-17-608 0 0,0-6 28 0 0,13 43-109 0 0,-5-18 91 0 0,0 18 61 0 0,-2 7-66 0 0,-1 1 6 0 0,3-45-53 0 0,0-2 34 0 0,-5 73 16 0 0,-1-3 1 0 0,7-21 2 0 0,-1 10-29 0 0,6-31-41 0 0,28-86 13 0 0,-29 88-4 0 0,6-24 63 0 0,-6 10-15 0 0,-5 22 45 0 0,-8 48-36 0 0,0-3-13 0 0,8-69 70 0 0,6-40-115 0 0,-6 48 11 0 0,-6 32 32 0 0,7-32 40 0 0,-1 9-21 0 0,0-11 8 0 0,-6 53-86 0 0,1-1 40 0 0,5-19-9 0 0,0 26 24 0 0,6-62-20 0 0,-6 45 24 0 0,-6-3 31 0 0,19-26-17 0 0,-3-17 75 0 0,-10 68-76 0 0,6-27 110 0 0,5-10-149 0 0,-5 5-22 0 0,-1 24 64 0 0,13 2 0 0 0,8 5-9 0 0,-4-14 17 0 0,-22 40-7 0 0,0 1-1408 0 0,-31 25-2182 0 0,19-7 3200 0 0</inkml:trace>
  <inkml:trace contextRef="#ctx0" brushRef="#br0" timeOffset="1411.74">556 117 380 0 0,'-38'-16'1752'0'0,"37"16"-1732"0"0,-38-2 213 0 0,58-4 1702 0 0,63-22-1878 0 0,-35 5 8 0 0,10-7-67 0 0,-56 29-5 0 0,-1 1 3 0 0,0-1 4 0 0,27-4-8 0 0,-7 1-4 0 0,-6 13 135 0 0,-3 64 65 0 0,-5 85-135 0 0,10-57-47 0 0,-5-52-26 0 0,-11-49 24 0 0,-12-6-3096 0 0,14 8 1925 0 0,3-2 827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32:18.587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0 2 240 0 0,'2'-1'754'0'0,"6"0"-603"0"0,-7 1-133 0 0,-1 0-1 0 0,0 0-1 0 0,0 0 0 0 0,0 0 1 0 0,0 0 1 0 0,0 0-4 0 0,28 6 850 0 0,-17 2-341 0 0,-12 8 607 0 0,12 11-834 0 0,19 14 134 0 0,-3-1-390 0 0,-27-40-47 0 0,0 0 2 0 0,0 0 1 0 0,28 39 564 0 0,9 10-519 0 0,-25-15-14 0 0,5 13 33 0 0,0-8-16 0 0,5 7-27 0 0,-5 1-50 0 0,-1 3 65 0 0,-5-22-22 0 0,6 25 8 0 0,0 1-21 0 0,11 33 55 0 0,-12-33 72 0 0,6 12 93 0 0,6 23-209 0 0,-11-41-45 0 0,0 5 30 0 0,-1 4 40 0 0,6 12-38 0 0,-5 14-9 0 0,0 5-41 0 0,-6-30 40 0 0,0-1 17 0 0,-5-6 31 0 0,5 44-53 0 0,-6 45 132 0 0,6-28-144 0 0,-11 167-317 0 0,0-209 260 0 0,-1 61 389 0 0,6-107-232 0 0,-7 19 232 0 0,0-16-194 0 0,8 40 3 0 0,-7-45-98 0 0,-1 17 22 0 0,0 4 13 0 0,1-15-15 0 0,-1 33 587 0 0,-1 6-519 0 0,-3 121-39 0 0,1-107 99 0 0,-1-14-212 0 0,-5-8-48 0 0,5-12 260 0 0,1 12-134 0 0,-6-3-43 0 0,5 91 2039 0 0,1 21 64 0 0,5-168-2080 0 0,0 85-1778 0 0,0-85 1198 0 0,-1-13-2396 0 0,1 7-404 0 0,-11-11 1399 0 0,6 17 1660 0 0</inkml:trace>
  <inkml:trace contextRef="#ctx0" brushRef="#br0" timeOffset="1497.12">222 3326 132 0 0,'1'-6'2138'0'0,"-2"4"-795"0"0,10 4 896 0 0,-6 0-2412 0 0,30 21-231 0 0,19 31 834 0 0,-39-38-374 0 0,76 57 2 0 0,-39-34-73 0 0,-22-17 25 0 0,-27-22 0 0 0,-1 0-2 0 0,0 0-5 0 0,0 0-9 0 0,0 0 2 0 0,0 0 1 0 0,0 0 6 0 0,0 0 1 0 0,0 0 4 0 0,0 0-1 0 0,39-12 1 0 0,46-67-72 0 0,-52 40 20 0 0,27-52-369 0 0,22 0 563 0 0,-62 80-1307 0 0,-22 7-1566 0 0,-3 2 2529 0 0,4 0-735 0 0,1 2 659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32:53.054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7 3345 184 0 0,'0'0'24'0'0,"0"0"0"0"0,0 0 0 0 0,1 1 0 0 0,-1-1 0 0 0,0 0 0 0 0,0 1 0 0 0,0-1 0 0 0,1 0 0 0 0,-1 1-1 0 0,0-1 1 0 0,0 0 0 0 0,0 1 0 0 0,0-1 0 0 0,0 0 0 0 0,0 1 0 0 0,0-1 0 0 0,0 0 0 0 0,0 1 0 0 0,0-1 0 0 0,0 0 0 0 0,0 1 0 0 0,0-1 0 0 0,0 0 0 0 0,0 1 0 0 0,0-1 0 0 0,0 0-1 0 0,0 1 1 0 0,0-1 0 0 0,-1 0 0 0 0,1 1 0 0 0,0-1 0 0 0,0 0 0 0 0,0 1 0 0 0,-1-1 0 0 0,1 0 0 0 0,0 0 0 0 0,0 1 0 0 0,-1-1 0 0 0,1 0 0 0 0,0 0 0 0 0,0 1 0 0 0,-1-1 0 0 0,1 0 0 0 0,0 0-1 0 0,-1 0 1 0 0,1 0 0 0 0,0 1 0 0 0,-1-1 0 0 0,1 0 0 0 0,0 0 0 0 0,-1 0 0 0 0,1 0 0 0 0,0 0 0 0 0,-1 0 0 0 0,1 0 0 0 0,0 0 0 0 0,-1 0-24 0 0,2 0 50 0 0,6 6 1939 0 0,-8-6-1884 0 0,0-26 1278 0 0,7-21-1393 0 0,5 10 34 0 0,0 1-25 0 0,6-27 31 0 0,0 0-25 0 0,-1 1 11 0 0,-5 9 84 0 0,16-12-70 0 0,13-25 1 0 0,16-25-44 0 0,16 3 5 0 0,-17 4-49 0 0,1-1 2 0 0,5-7 87 0 0,1 14 26 0 0,-3 12 2 0 0,-20 25-14 0 0,101-104-78 0 0,-8 7 38 0 0,-47 63-9 0 0,26-16 22 0 0,39-18 0 0 0,-52 44 77 0 0,48-52-107 0 0,-79 84 42 0 0,48-34 63 0 0,-30 39-196 0 0,-34 23-34 0 0,92-46 39 0 0,30-10 101 0 0,-63 20-15 0 0,91-34 355 0 0,-124 60-248 0 0,51-14-220 0 0,10-5-29 0 0,-124 52-19 0 0,5-5-423 0 0,-2-3 180 0 0,86-46 713 0 0,-50 33-122 0 0,2-6-20 0 0,-16 9 245 0 0,6-2 35 0 0,-44 25-441 0 0,-1-2 97 0 0,-5 2-1845 0 0,4 4-1603 0 0,1-3 3001 0 0</inkml:trace>
  <inkml:trace contextRef="#ctx0" brushRef="#br0" timeOffset="3317.01">2779 72 300 0 0,'-27'4'1697'0'0,"10"-1"-1334"0"0,4-2 53 0 0,12 0 12 0 0,-1 2 963 0 0,1-7 486 0 0,1 4-1764 0 0,0 0-19 0 0,0 0-14 0 0,0 0-14 0 0,0 0-17 0 0,0 0-12 0 0,0 0 3 0 0,10-4 161 0 0,-9 4-206 0 0,-1 0-2 0 0,0 0 11 0 0,1 0 0 0 0,2 0-3 0 0,-2 0 3 0 0,-1 0-3 0 0,30-8 24 0 0,-22 6-26 0 0,98-23-64 0 0,-50 17 57 0 0,53-4-12 0 0,10-4 55 0 0,-80 12 28 0 0,54 4-90 0 0,-92 0 22 0 0,15 4 59 0 0,-44 46 30 0 0,-66 101-119 0 0,27-46 68 0 0,25-46-71 0 0,-44 76 51 0 0,44-78-50 0 0,41-55 39 0 0,0 7-2632 0 0,7-11-1261 0 0,-6 2 3513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40:01.368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226 74 132 0 0,'0'0'121'0'0,"0"0"-11"0"0,0 0-10 0 0,0 0-10 0 0,0 0-11 0 0,0 0-5 0 0,0 0-9 0 0,0 0-5 0 0,1-1 488 0 0,2-1 741 0 0,-9-14-1004 0 0,-12-3 18 0 0,13 16-300 0 0,0 0-1 0 0,0 1 1 0 0,-1-1-1 0 0,1 1 1 0 0,0 0-1 0 0,-1 1 1 0 0,0-1-1 0 0,1 1 1 0 0,-1 0-1 0 0,0 1 1 0 0,1-1-1 0 0,-1 1 1 0 0,0 0-1 0 0,0 0 1 0 0,1 1-1 0 0,-1 0 0 0 0,0 0 1 0 0,-3 1-3 0 0,-45 47 63 0 0,25 9-23 0 0,17 0 51 0 0,11 7-77 0 0,54 24 181 0 0,2-35-195 0 0,-45-49-1 0 0,-1 0 1 0 0,1-1-1 0 0,0-1 1 0 0,0 1 0 0 0,0-2-1 0 0,1 1 1 0 0,-1-2-1 0 0,1 1 1 0 0,-1-1-1 0 0,1-1 1 0 0,0 0 0 0 0,-1 0-1 0 0,1-1 1 0 0,8-2 0 0 0,51-15 6 0 0,-7-49-30 0 0,-18-32-207 0 0,-43 90 222 0 0,0 0-1 0 0,-1-1 1 0 0,0 1-1 0 0,0 0 1 0 0,-1-1 0 0 0,0 1-1 0 0,-1-1 1 0 0,0 1 0 0 0,0 0-1 0 0,-1 0 1 0 0,-1-1-1 0 0,1 1 1 0 0,-2-1 9 0 0,-38-66 121 0 0,23 62-58 0 0,-96 0 227 0 0,82 17-214 0 0,-51 24-73 0 0,35 3-26 0 0,30-2-143 0 0,41 10-2470 0 0,-21-37 2279 0 0,-1 1 27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40:03.572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371 38 260 0 0,'0'0'193'0'0,"13"-7"962"0"0,-69-7 236 0 0,-122 24-1093 0 0,178-10-298 0 0,-37 7 12 0 0,-9 11-18 0 0,8 24 35 0 0,34-35-20 0 0,0-1 0 0 0,0 1 1 0 0,1 1-1 0 0,0-1 0 0 0,1 0 0 0 0,0 1 0 0 0,0-1 0 0 0,0 1 0 0 0,1 0 0 0 0,0 0 0 0 0,1 0 0 0 0,0-1 0 0 0,0 1 0 0 0,0 0 0 0 0,1 0 1 0 0,0 0-1 0 0,1-1 0 0 0,1 5-9 0 0,52 82 393 0 0,-44-87-384 0 0,1 1 0 0 0,0-2 0 0 0,1 1 0 0 0,0-2 0 0 0,0 0 0 0 0,0 0 0 0 0,0-1 0 0 0,1-1 0 0 0,-1 0 0 0 0,1-1 0 0 0,8 1-9 0 0,94-36-56 0 0,-112 30 53 0 0,1 1 0 0 0,-1-1-1 0 0,0-1 1 0 0,0 1 0 0 0,-1 0-1 0 0,1-1 1 0 0,-1 0-1 0 0,0 0 1 0 0,0 0 0 0 0,0 0-1 0 0,0-1 1 0 0,-1 1 0 0 0,1-1-1 0 0,-1 1 1 0 0,0-1-1 0 0,-1 0 1 0 0,1 0 0 0 0,-1 0-1 0 0,0 0 1 0 0,0-3 3 0 0,4-61 23 0 0,-10-33 33 0 0,-7 51 12 0 0,-9 26-8 0 0,12 21-72 0 0,0 0 0 0 0,-1 1 0 0 0,1-1 0 0 0,-1 2-1 0 0,0 0 1 0 0,0 0 0 0 0,1 1 0 0 0,-1 0 0 0 0,0 0 0 0 0,0 1 0 0 0,0 1 0 0 0,0-1 0 0 0,0 2 0 0 0,0-1 0 0 0,0 2 0 0 0,0-1 0 0 0,1 1 0 0 0,-8 3 12 0 0,-28 9-391 0 0,15 9-637 0 0,22-2-870 0 0,8-19 1588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40:05.804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332 24 192 0 0,'0'0'163'0'0,"1"5"609"0"0,1 3-411 0 0,-1-6 123 0 0,-6-3-108 0 0,-9-5-78 0 0,7 3-112 0 0,2-1-160 0 0,0 1 1 0 0,-1-1-1 0 0,0 2 1 0 0,1-1 0 0 0,-1 1-1 0 0,0-1 1 0 0,0 1 0 0 0,0 1-1 0 0,-1 0 1 0 0,1-1 0 0 0,0 2-1 0 0,0-1 1 0 0,-1 1-1 0 0,1 0 1 0 0,-1 0 0 0 0,1 1-1 0 0,-1 0-26 0 0,-1-1 12 0 0,-56 19 11 0 0,38-8-13 0 0,1-1-17 0 0,-41 52-50 0 0,63-57 57 0 0,1 0 0 0 0,1 0 0 0 0,-1 0 0 0 0,1 0 0 0 0,0 1 0 0 0,0-1 0 0 0,1 1 0 0 0,-1-1-1 0 0,1 0 1 0 0,0 1 0 0 0,1-1 0 0 0,0 1 0 0 0,-1-1 0 0 0,2 0 0 0 0,-1 1 0 0 0,0-1 0 0 0,1 0 0 0 0,0 0 0 0 0,0 0 0 0 0,1 0 0 0 0,0-1 0 0 0,-1 1 0 0 0,1 0 0 0 0,1-1 0 0 0,-1 0 0 0 0,7 40 100 0 0,49 49-20 0 0,9-65-103 0 0,49-39-72 0 0,-112 11 97 0 0,1-3-6 0 0,0 1 0 0 0,0-1 0 0 0,0 0 0 0 0,0 0 0 0 0,0-1 0 0 0,0 0 0 0 0,-1 0 0 0 0,0 0 0 0 0,0 0 0 0 0,0-1 0 0 0,0 0 0 0 0,-1 0 0 0 0,0 0 0 0 0,0-1 0 0 0,0 0 0 0 0,-1 1 0 0 0,0-1 0 0 0,0 0 0 0 0,0-1 0 0 0,-1 1 0 0 0,1 0 0 0 0,-2-1 0 0 0,1 1 0 0 0,-1-1 0 0 0,0 0 0 0 0,0 1 0 0 0,-1-1 0 0 0,0 0 0 0 0,0 0 0 0 0,0 1 0 0 0,-1-1 0 0 0,0 0 0 0 0,-2-4 4 0 0,-44-80 128 0 0,40 84-131 0 0,0 0 1 0 0,-1 1 0 0 0,0 0 0 0 0,0 1 0 0 0,-1 0-1 0 0,1 0 1 0 0,-1 1 0 0 0,0 0 0 0 0,0 0 0 0 0,-1 1-1 0 0,1 0 1 0 0,-1 1 0 0 0,0 0 0 0 0,1 1 0 0 0,-1 0-1 0 0,0 0 1 0 0,0 1 0 0 0,0 0 0 0 0,0 1 0 0 0,0 0-1 0 0,1 1 1 0 0,-1 0 0 0 0,-9 3 2 0 0,-10 7-515 0 0,-7 18-1664 0 0,39-27 1876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8T23:40:08.086"/>
    </inkml:context>
    <inkml:brush xml:id="br0">
      <inkml:brushProperty name="width" value="0.2" units="cm"/>
      <inkml:brushProperty name="height" value="0.4" units="cm"/>
      <inkml:brushProperty name="color" value="#969696"/>
      <inkml:brushProperty name="tip" value="rectangle"/>
      <inkml:brushProperty name="rasterOp" value="maskPen"/>
    </inkml:brush>
  </inkml:definitions>
  <inkml:trace contextRef="#ctx0" brushRef="#br0">330 110 236 0 0,'-8'-3'789'0'0,"-6"-8"-439"0"0,-6-4-257 0 0,-91-4 19 0 0,14 89 380 0 0,39 41 168 0 0,41-49-1078 0 0,13-17 428 0 0,3 29-6 0 0,26-20 0 0 0,-18-48-4 0 0,1-1-1 0 0,-1-1 1 0 0,1 0 0 0 0,0 0-1 0 0,0 0 1 0 0,0-1-1 0 0,1 0 1 0 0,-1 0-1 0 0,1-1 1 0 0,0 0 0 0 0,-1-1-1 0 0,1 0 1 0 0,0 0-1 0 0,0-1 1 0 0,0 0 0 0 0,0-1-1 0 0,7-1 1 0 0,-2 2-4 0 0,-8 1 4 0 0,1-1 0 0 0,-1 1 1 0 0,1-2-1 0 0,-1 1 0 0 0,1 0 0 0 0,-1-1 1 0 0,1 0-1 0 0,-1-1 0 0 0,0 0 1 0 0,1 0-1 0 0,-1 0 0 0 0,0 0 0 0 0,0-1 1 0 0,-1 0-1 0 0,1-1 0 0 0,-1 1 0 0 0,1-1 1 0 0,-1 0-1 0 0,0 0 0 0 0,0-1 0 0 0,-1 1 1 0 0,1-1-1 0 0,-1 0 0 0 0,0 0 1 0 0,-1-1-1 0 0,1 1 0 0 0,-1-1 0 0 0,0 0 1 0 0,0 1-1 0 0,1-6 0 0 0,4-141-37 0 0,-21 26 29 0 0,12 118 6 0 0,-1 1 0 0 0,0 0 0 0 0,0 0 0 0 0,-1 1 0 0 0,1-1 0 0 0,-1 0 0 0 0,-1 1 0 0 0,0 0-1 0 0,0-1 1 0 0,0 2 0 0 0,0-1 0 0 0,-1 0 0 0 0,0 1 0 0 0,0 0 0 0 0,0 0 0 0 0,-1 0 0 0 0,0 1 0 0 0,0 0 0 0 0,0 0-1 0 0,0 0 1 0 0,-1 1 0 0 0,1 0 0 0 0,-1 0 0 0 0,0 1 0 0 0,0 0 0 0 0,0 0 0 0 0,0 0 0 0 0,0 1 0 0 0,0 0 0 0 0,-1 1 0 0 0,1-1-1 0 0,0 1 1 0 0,0 1 0 0 0,-1-1 0 0 0,1 1 0 0 0,0 1 0 0 0,0-1 0 0 0,0 1 0 0 0,0 0 0 0 0,0 1 0 0 0,0 0 0 0 0,1 0-1 0 0,-1 0 1 0 0,1 1 0 0 0,0 0 0 0 0,-3 2 2 0 0,-49 45-1430 0 0,50-45 1080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0-04-29T10:53:10.58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11162 13847 31 0,'-5'0'41'0,"-3"-2"-6"16,0 2-6-16,3 0-6 0,-3 0-6 0,3 0-6 16,-3 0-6-16,1 0-5 0,1 0-4 0,6 0-4 15,-2 0-1-15,-3-2 1 0,5 2-3 0,-8 0 0 0,8-1-1 16,-5 1-3-16,5 0-4 0,0 0-5 0,-3 0-3 16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4:33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25 216 0 0,'22'-3'1806'0'0,"-30"-3"-1398"0"0,-3-1 693 0 0,8 11 863 0 0,2-4-1932 0 0,0 0-82 0 0,13 1-163 0 0,-7 3 648 0 0,-16-14 1092 0 0,2 10 2075 0 0,6 1-54 0 0,3-1-3236 0 0,0 0-32 0 0,0 0-13 0 0,0 0-15 0 0,0 0-10 0 0,0 0 10 0 0,0 0 3 0 0,0 0-4 0 0,0 0 1 0 0,0 0-10 0 0,0 0-12 0 0,0 0-28 0 0,0 0-16 0 0,2-3 600 0 0,-4 3-777 0 0,13 0-19 0 0,-5 0-253 0 0,-1 0 252 0 0,-4 0 5 0 0,1 1 12 0 0,119 14 130 0 0,17-15-209 0 0,-136 0 64 0 0,3 0 5 0 0,-2 0-1 0 0,3 0 4 0 0,42 0-11 0 0,-18 0 20 0 0,-9 0-28 0 0,-20 0 32 0 0,31 0-61 0 0,35-3-100 0 0,-66 3 139 0 0,38 0-40 0 0,36-3-22 0 0,-73 3 78 0 0,-1 0-12 0 0,5-1 6 0 0,2-1 4 0 0,29-2-74 0 0,-36 4 55 0 0,62 4-125 0 0,19-11 69 0 0,-80 7 71 0 0,14 0-68 0 0,20 0 72 0 0,-35 0 5 0 0,-1 0 2 0 0,9 0 77 0 0,27-3-73 0 0,-34 3-6 0 0,-2 0 9 0 0,0 0 2 0 0,0 0-2 0 0,0 0-3 0 0,0 0 2 0 0,16-3-1719 0 0,-7 5-6421 0 0,-12 7 4155 0 0,-4 4 1082 0 0,7-9 2329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5:34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24 308 0 0,'17'6'1083'0'0,"-9"-18"-466"0"0,-31-5 423 0 0,21 16-824 0 0,-11 5 1166 0 0,13-4-1362 0 0,0 1-1 0 0,1-1 1 0 0,-1 0-1 0 0,0 0 1 0 0,0 0-1 0 0,1 0 1 0 0,-1 1-1 0 0,0-1 1 0 0,0 0 0 0 0,1 0-1 0 0,-1 0 1 0 0,0 1-1 0 0,0-1 1 0 0,0 0-1 0 0,1 0 1 0 0,-1 1-1 0 0,0-1 1 0 0,0 0-1 0 0,0 1 1 0 0,0-1-1 0 0,0 0 1 0 0,0 1-1 0 0,0-1 1 0 0,0 0-1 0 0,1 0 1 0 0,-1 1-1 0 0,0-1 1 0 0,0 0-1 0 0,0 1 1 0 0,0-1-1 0 0,-1 0-19 0 0,12 3-128 0 0,-1 4 445 0 0,-20-11 550 0 0,-1 0 558 0 0,-3 8 1325 0 0,14-4-2390 0 0,0 0-6 0 0,0 0-21 0 0,0 0-14 0 0,-3 3 189 0 0,0 0 2826 0 0,47 9-2920 0 0,34 6-277 0 0,-15-15-121 0 0,19 0-91 0 0,-81-3 82 0 0,0 0-14 0 0,44 0-31 0 0,78-6-133 0 0,-86 9 55 0 0,-35-2 94 0 0,27 4 49 0 0,-28-5-23 0 0,31 0 32 0 0,112 0-17 0 0,-143 0-29 0 0,8 0 10 0 0,-4 0 0 0 0,-3 0-6 0 0,-2 0 14 0 0,116 0-28 0 0,-31-15-196 0 0,-34 6 150 0 0,-50 9 60 0 0,1 0-5 0 0,75-3-232 0 0,-18 3 312 0 0,25 12-94 0 0,-63-10 417 0 0,-11-1-4833 0 0,-9-1 2885 0 0,-1 0 227 0 0,0 0 285 0 0,0 0 178 0 0,0 0 97 0 0,-5 0-1388 0 0,-5 3-693 0 0,10-3 2395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5:40.3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30 216 0 0,'0'0'307'0'0,"16"-13"1486"0"0,-10 5-283 0 0,-17 12-752 0 0,-7 2 55 0 0,10-7-829 0 0,8 1-20 0 0,40 27 697 0 0,-4-56-146 0 0,-35 28-451 0 0,-1 1 3 0 0,0 0 16 0 0,0 0 15 0 0,0 0 17 0 0,0 0 6 0 0,0 0 15 0 0,0 0 11 0 0,0 0 28 0 0,0 0 2 0 0,0 0 13 0 0,45 6 1523 0 0,-44-6-1714 0 0,6-3 9 0 0,-6 3-12 0 0,-1 0-1 0 0,0 0 6 0 0,0 0 22 0 0,45 0 534 0 0,-44 0-541 0 0,23 3 28 0 0,35-3 269 0 0,-57 0-303 0 0,22-3 71 0 0,-19 1-86 0 0,-4 1-2 0 0,1 1 3 0 0,3 0 4 0 0,-4 0 4 0 0,-1 0 4 0 0,0 0 3 0 0,0 0 2 0 0,0 0-2 0 0,0 0-16 0 0,0 0-5 0 0,0 0 5 0 0,0 0 1 0 0,0 0 2 0 0,0 0 8 0 0,0 0 3 0 0,24-3 1571 0 0,43 3 1271 0 0,36-3-2579 0 0,-29 1 500 0 0,-5 4-127 0 0,-67-2-620 0 0,-2 0-11 0 0,1 0-5 0 0,5 0-5 0 0,1 0-12 0 0,-6 0 12 0 0,36-9 514 0 0,-37 15 4186 0 0,1-6-4692 0 0,-1 0 4 0 0,14 0-62 0 0,-12 0 50 0 0,29 0-10 0 0,44 6 122 0 0,-74-6-127 0 0,44 3 373 0 0,-47-3 1186 0 0,1 0-3495 0 0,3 1-20331 0 0,-6 1 23551 0 0,3-2-1872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6:19.669"/>
    </inkml:context>
    <inkml:brush xml:id="br0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-11024.16895"/>
      <inkml:brushProperty name="anchorY" value="-5773.36768"/>
      <inkml:brushProperty name="scaleFactor" value="0.5"/>
    </inkml:brush>
  </inkml:definitions>
  <inkml:trace contextRef="#ctx0" brushRef="#br0">0 85 264 0 0,'0'0'0'0'0,"2"0"264"0"0,1 0 19 0 0,2-1 209 0 0,1 0-404 0 0,-1 1 87 0 0,-1-1-56 0 0,0 0-5 0 0,-2 0 4 0 0,-1 1 2 0 0,-1-2 18 0 0,0 1 14 0 0,-2-1 16 0 0,1-1 7 0 0,-3 1 9 0 0,1 0 3 0 0,1 0 10 0 0,0 0 2 0 0,0-1-4 0 0,2 2 1 0 0,-1 0 5 0 0,1 0-11 0 0,-1 0 3 0 0,-1 1-15 0 0,1 1-10 0 0,0-1-7 0 0,0 1-23 0 0,0 0-13 0 0,1 0-22 0 0,0 0-10 0 0,0 0-17 0 0,0-1-16 0 0,0 1-7 0 0,0 0-13 0 0,0 0 2 0 0,0-1-21 0 0,0 0-4 0 0,0 1-23 0 0,-1-1 1 0 0,-1 0-2 0 0,0 0-20 0 0,1 0 1 0 0,0 0-1 0 0,0 0-1 0 0,1 0 0 0 0,0 0-14 0 0,0 0 8 0 0,0 0 2 0 0,0 0-1 0 0,0 0 6 0 0,0 0-2 0 0,0 0 6 0 0,0 0 8 0 0,0 0-3 0 0,0 0 7 0 0,2 0 12 0 0,-1 0 16 0 0,1 1-4 0 0,-1-1 17 0 0,0 1 10 0 0,0 0 8 0 0,-1 0 3 0 0,0 0 10 0 0,2 0 7 0 0,-1 0-1 0 0,1 0-4 0 0,-1-1 6 0 0,0 0-1 0 0,0 1 4 0 0,-1-2 14 0 0,0 0-9 0 0,0 0 13 0 0,0-1-3 0 0,0 0 1 0 0,0 0-10 0 0,0 0-29 0 0,0 1-2 0 0,0 1-29 0 0,0-1-22 0 0,0 1-6 0 0,0 0-5 0 0,0 0 9 0 0,0 0 11 0 0,0 0 11 0 0,0 0 26 0 0,0-1 3 0 0,0 1 16 0 0,0-1 11 0 0,0 1 7 0 0,0 0 0 0 0,0 0 33 0 0,0 1 1 0 0,0-1 44 0 0,0 1 3 0 0,-2-1 53 0 0,1 0 48 0 0,-1 1 33 0 0,1-1 61 0 0,0 1 16 0 0,0-1 52 0 0,1 1-5 0 0,0 0 5 0 0,0 0-36 0 0,0-1-32 0 0,0 2-35 0 0,0-1-27 0 0,0-1-47 0 0,0 1-14 0 0,0 0-48 0 0,0 0-22 0 0,0 0-34 0 0,0-1-32 0 0,0 0-14 0 0,0 1-41 0 0,0-1 9 0 0,0 0-24 0 0,0 0 0 0 0,0 0-11 0 0,0 0 12 0 0,0 0 5 0 0,0 0 17 0 0,0 0-4 0 0,0 0-1 0 0,0 0 0 0 0,0 1 0 0 0,0-1-9 0 0,0 1-40 0 0,0-1-3 0 0,0 0-16 0 0,0 1 16 0 0,0-1-15 0 0,0 0-14 0 0,0 0 41 0 0,0 1-4 0 0,0 0-7 0 0,0 0 9 0 0,0 1 2 0 0,0-1 13 0 0,0 0-7 0 0,0 1-2 0 0,0-1 5 0 0,0 1 3 0 0,0 1-29 0 0,0-1 9 0 0,0 0 1 0 0,0 1 3 0 0,0-1-1 0 0,0 0-17 0 0,0 1 23 0 0,0-1-8 0 0,0 1 13 0 0,0 0-4 0 0,2 0-2 0 0,-1-1 14 0 0,1 1-18 0 0,-1 1 2 0 0,0-2-25 0 0,0 2-8 0 0,-1-1 15 0 0,0 1-15 0 0,2-1 23 0 0,-1 1 12 0 0,2 0 25 0 0,0 0 9 0 0,-1 0 10 0 0,0 1-16 0 0,1-1 2 0 0,-1 1-6 0 0,0-1-18 0 0,1 1 0 0 0,0-2-11 0 0,-1 1 2 0 0,-1-1-24 0 0,0 0 6 0 0,0-1 11 0 0,-1 0-8 0 0,0 1 7 0 0,1-1 22 0 0,1 0-11 0 0,-1 0 42 0 0,1 0-40 0 0,-2 0 28 0 0,1-1-26 0 0,-1 1-8 0 0,0-1 12 0 0,0 1-15 0 0,0-1 4 0 0,0 1-15 0 0,0-1 0 0 0,2 0 3 0 0,-1 1-6 0 0,1-1 6 0 0,-1 0 12 0 0,0 0-3 0 0,1 0 2 0 0,0 0 5 0 0,0 0 3 0 0,-1 1-1 0 0,0-1 6 0 0,0 1-16 0 0,0 0 5 0 0,1 0 8 0 0,0 1-13 0 0,0 0 4 0 0,1-1-1 0 0,-1 0 0 0 0,1 1 10 0 0,0-1-4 0 0,-1 1-2 0 0,-1-1-4 0 0,2 1 10 0 0,1 0-4 0 0,-1 1 16 0 0,0-1-13 0 0,1 0-10 0 0,0 0 22 0 0,0 0-12 0 0,-1 0-1 0 0,1 0-18 0 0,-1 0 9 0 0,1 0 1 0 0,-1 1 4 0 0,1-1 4 0 0,0 0 41 0 0,0 0 3 0 0,-1 1-7 0 0,0-1 14 0 0,0 0-33 0 0,0 1 6 0 0,1-2-36 0 0,-1 1-20 0 0,-1-1 28 0 0,2 1-7 0 0,-2-1 7 0 0,2 1 23 0 0,-1-1-11 0 0,1 1 23 0 0,0-1-6 0 0,-2 1-1 0 0,0-1-4 0 0,-1-1 0 0 0,0 1 19 0 0,-1 0 22 0 0,0-1 56 0 0,2 1-23 0 0,-1 0 44 0 0,2-1-20 0 0,0 1-2 0 0,1-1-41 0 0,1 1-35 0 0,-1 0-12 0 0,0 0 8 0 0,-2-1-15 0 0,0 1 9 0 0,-1 0 2 0 0,1-1 9 0 0,-1 1-12 0 0,1-1-14 0 0,-1 1-1 0 0,0 0 3 0 0,1 0-20 0 0,-1-1 5 0 0,1 1-11 0 0,-1-1 2 0 0,2 0-1 0 0,-1 0 0 0 0,0 0 0 0 0,-1 0 0 0 0,0 0 10 0 0,0 0-4 0 0,0 0 2 0 0,1 0 19 0 0,1 1 8 0 0,0-1 4 0 0,-1 1 5 0 0,2-1-24 0 0,-2 1 31 0 0,1 0-34 0 0,-2 0-8 0 0,0-1-17 0 0,1 1 12 0 0,2 0 22 0 0,-1 1-10 0 0,0-1-10 0 0,0 1 14 0 0,0 0 18 0 0,1 0-10 0 0,1 0-14 0 0,-1-1 0 0 0,0 1 3 0 0,0-1 22 0 0,0 1-49 0 0,0-1 16 0 0,1 1-29 0 0,-1-1 30 0 0,-1 1-11 0 0,0-1 4 0 0,2 0 24 0 0,-1 0-22 0 0,-1 0 27 0 0,0 0-3 0 0,0 0-3 0 0,1-1 6 0 0,-1 0-25 0 0,0 2 17 0 0,0-2-25 0 0,0 1 6 0 0,-1 0-2 0 0,1 0 14 0 0,1-1-18 0 0,0 1 16 0 0,-1 0-6 0 0,1-1 12 0 0,-1 1-22 0 0,-1-1 20 0 0,1 1-10 0 0,1-1 2 0 0,0 0 24 0 0,-1 0-31 0 0,1 1 43 0 0,-1-1-27 0 0,1 0 47 0 0,-1 1-37 0 0,1-1-11 0 0,-1 0 3 0 0,0 0-7 0 0,-1 0 14 0 0,1 0-8 0 0,0 0-2 0 0,1-1 28 0 0,-2 1-26 0 0,2 0 4 0 0,1-1-16 0 0,-1 1 4 0 0,-1-1-11 0 0,1 2 2 0 0,-1-1-1 0 0,1 0 0 0 0,0-1 0 0 0,0 1-9 0 0,0 0 2 0 0,0-1 9 0 0,0 1-4 0 0,0 0 2 0 0,1 0 10 0 0,-1 0 10 0 0,-1 0-16 0 0,0-1 6 0 0,2 0-11 0 0,-2 0 2 0 0,1 0-10 0 0,-1 0-12 0 0,0 0-1 0 0,1 0 3 0 0,1 0 12 0 0,-1 0 7 0 0,1 0-11 0 0,0 0 14 0 0,0 0 5 0 0,0 0-11 0 0,-1 0 14 0 0,2 0-14 0 0,0-1 14 0 0,0 1 0 0 0,0-1-14 0 0,-1 0 5 0 0,1 0 8 0 0,-2 0-22 0 0,2 1 2 0 0,-1-1 3 0 0,1 0 8 0 0,-1 0 7 0 0,2 0 3 0 0,-2 0 5 0 0,1 0 13 0 0,1 1-35 0 0,-2-1 10 0 0,0 1-4 0 0,0 0 0 0 0,-1-1 0 0 0,1 1-23 0 0,0-1 20 0 0,-2 1-16 0 0,1-1 0 0 0,-1 0 13 0 0,1 0 6 0 0,-1 0-2 0 0,-1 0 2 0 0,0 0 10 0 0,-1 1-13 0 0,0-1 14 0 0,0 1 9 0 0,1-1 8 0 0,0 1-25 0 0,-1-1-1 0 0,-1 0 23 0 0,1 0-13 0 0,-1 0-14 0 0,0 1-5 0 0,0-1 10 0 0,2 0-5 0 0,-1-1 2 0 0,1 1 10 0 0,1 0-4 0 0,-1-1 16 0 0,0 1-27 0 0,0-1 8 0 0,-1 0-3 0 0,0 1 0 0 0,-1-1 0 0 0,0 0-23 0 0,1 1 20 0 0,1-1-7 0 0,-1 0 12 0 0,1 1 15 0 0,0-1-22 0 0,0 1 7 0 0,0-1-2 0 0,-1 1 0 0 0,0-1 0 0 0,0 0-18 0 0,-1 0 0 0 0,0 0 22 0 0,2 0-17 0 0,-1 0 6 0 0,1 0-5 0 0,-1 1 14 0 0,0 0-4 0 0,-1 0 2 0 0,1 0 0 0 0,-1 0 14 0 0,0 0-8 0 0,0 0-7 0 0,0 0 12 0 0,0 0-14 0 0,0-1 4 0 0,-1 1-1 0 0,1 0 0 0 0,2-1-9 0 0,0 1 2 0 0,-1-1-15 0 0,0 1 18 0 0,0-1 4 0 0,0 1-11 0 0,1-1 14 0 0,0 0-5 0 0,-1-1 12 0 0,0 1-13 0 0,2-1-5 0 0,-1-1 11 0 0,0 1-5 0 0,1-1-21 0 0,-1 0-12 0 0,2 0 11 0 0,-1 2-15 0 0,0-1 14 0 0,-2 0 0 0 0,1 1 19 0 0,0-1-9 0 0,0 1 17 0 0,-1-1-4 0 0,2 1 2 0 0,-1 0 0 0 0,0 0 14 0 0,0 1-18 0 0,-1 0 6 0 0,-1 0-2 0 0,1 0 19 0 0,-1 0-15 0 0,0 0-4 0 0,0 0 1 0 0,0 0-1 0 0,-1 0 0 0 0,1 0-9 0 0,0 1-7 0 0,2-2 20 0 0,-1 1 3 0 0,1 0 18 0 0,-1 0-18 0 0,0-1 12 0 0,0 0 1 0 0,-1 0-24 0 0,0-1 7 0 0,0 1-26 0 0,0-1 11 0 0,0 1 14 0 0,0-1-5 0 0,0 1-11 0 0,0 0 18 0 0,0 0 8 0 0,0-1-16 0 0,0 0 6 0 0,0 1-16 0 0,0 0 18 0 0,0 0 18 0 0,0 0-29 0 0,2 0 10 0 0,-1 1 16 0 0,1-1-1 0 0,-1 1-13 0 0,0-1-4 0 0,1 1-18 0 0,0-1 22 0 0,0 0-31 0 0,-1-1 23 0 0,0 1-7 0 0,-1 0-2 0 0,1 0 38 0 0,-1 0-35 0 0,1 0 12 0 0,1-1-12 0 0,-1 1-2 0 0,2-1 4 0 0,-1 1-20 0 0,1-1 1 0 0,-2 0 22 0 0,0 0-31 0 0,0 0 10 0 0,-1 0 30 0 0,0 0-10 0 0,2 0 5 0 0,-1 0 0 0 0,1 0-9 0 0,-1-1 12 0 0,0 0-14 0 0,-1 1-19 0 0,1-1 19 0 0,-1 1-11 0 0,1 0 7 0 0,1-1-2 0 0,-1 1-3 0 0,1 0-18 0 0,0 1 28 0 0,0-1 9 0 0,0 1-2 0 0,-1-1 3 0 0,0 1 0 0 0,0-1 0 0 0,-1 0-18 0 0,2 0 0 0 0,1 0-6 0 0,0-1-4 0 0,1 0 5 0 0,0-1 3 0 0,1 0-15 0 0,0 0-18 0 0,-1-1 32 0 0,0 1-25 0 0,0 0 22 0 0,-1 1 18 0 0,0 0 13 0 0,-2 0 12 0 0,0 1-15 0 0,0 0 16 0 0,0 0-15 0 0,1 0 4 0 0,1 0-19 0 0,-1 0-5 0 0,1 0-14 0 0,-1 0 17 0 0,-1 0-15 0 0,-1 0 14 0 0,1 0-9 0 0,-1 1 16 0 0,1 0-4 0 0,1-1 12 0 0,-1 1-13 0 0,1-1-5 0 0,-2 1 11 0 0,1 0-28 0 0,-1-1 13 0 0,0 1-5 0 0,0 0 1 0 0,0 1-4 0 0,0-1-4 0 0,0 1 10 0 0,2-1-27 0 0,-1 1 22 0 0,1-1-7 0 0,-1 0 12 0 0,0 0-4 0 0,0-1 2 0 0,-1 1 28 0 0,0-2-40 0 0,2 0 36 0 0,-1 0-12 0 0,1 0-24 0 0,-1 0-1 0 0,0-1-11 0 0,1 2 11 0 0,0-1-14 0 0,1 0 4 0 0,0 1 9 0 0,-1 0 20 0 0,0 0-10 0 0,-1 0 4 0 0,0 1 0 0 0,-1-1 10 0 0,0 1 6 0 0,0 0-11 0 0,0-1 14 0 0,0 2-14 0 0,0 0 23 0 0,0-1-30 0 0,0 1 14 0 0,0 0-5 0 0,0-1 1 0 0,0 2 19 0 0,0-1-15 0 0,0 0 33 0 0,0 1-27 0 0,1 0 27 0 0,1 0-8 0 0,0 0-6 0 0,-1 0 7 0 0,0 0-17 0 0,-1 0-4 0 0,1 0-14 0 0,-1 0-1 0 0,0 0-48 0 0,0 0 17 0 0,0 0-17 0 0,0 0 3 0 0,0 0-1 0 0,0 0 5 0 0,0 0 12 0 0,0 1-12 0 0,-2 0 14 0 0,0 0-5 0 0,1 0 21 0 0,0 0-10 0 0,0 0 22 0 0,0-1 13 0 0,1 0 25 0 0,0 1-5 0 0,0-1 0 0 0,0 0-4 0 0,0 0 14 0 0,0 0-8 0 0,0 0-16 0 0,0 0 14 0 0,0 1-1 0 0,0-1-4 0 0,0 1 1 0 0,0-1-18 0 0,0 0 14 0 0,0 0-6 0 0,0 1 12 0 0,0-1-13 0 0,0 0-14 0 0,0 0 22 0 0,0-1 11 0 0,0 1-21 0 0,0 0 17 0 0,0 0 8 0 0,0 0 3 0 0,0 0-14 0 0,0 0 1 0 0,0 1-34 0 0,0 0 13 0 0,0-1 4 0 0,-2 1-7 0 0,1-1-26 0 0,-1 1-1 0 0,-1 0-34 0 0,1-1-16 0 0,0 1 2 0 0,0 0-17 0 0,1 0-10 0 0,-1-1-7 0 0,0 2 19 0 0,0-1-11 0 0,1-1-16 0 0,-1 2-3 0 0,0-1-6 0 0,-2 0 20 0 0,1 0-16 0 0,1 1 10 0 0,0 0-17 0 0,-1-1 0 0 0,-1 1-23 0 0,1 0 10 0 0,0-1-19 0 0,-1 0 14 0 0,1 0-23 0 0,1 0-12 0 0,0 0-44 0 0,0 0-26 0 0,0 0-53 0 0,-2-1-17 0 0,2 1 0 0 0,-1 0 19 0 0,0 0 64 0 0,0 0 20 0 0,1 0 65 0 0,0 0 29 0 0,0 0 53 0 0,-2 1-1 0 0,1-2 15 0 0,-2 2 22 0 0,0-1 13 0 0,1 0 8 0 0,0 0 4 0 0,0 0 29 0 0,1 1 1 0 0,-1-1 6 0 0,-1 0 15 0 0,1 0-4 0 0,0 0 20 0 0,2 0-23 0 0,1 0-16 0 0,-2 0 14 0 0,0 0-30 0 0,0-1 32 0 0,0 0-20 0 0,1 1 21 0 0,1-1 3 0 0,0 0 9 0 0,0 0 22 0 0,1 0-15 0 0,0 0 25 0 0,1 0 8 0 0,-1 0 21 0 0,0 0 10 0 0,0 0 13 0 0,0 0-16 0 0,-2 0 1 0 0,1 0-24 0 0,-2 0-3 0 0,-2 0-5 0 0,1 0-19 0 0,1 0-5 0 0,-1 0 15 0 0,0 0-11 0 0,0 0 9 0 0,1 0-3 0 0,0-1 1 0 0,0 0 9 0 0,0 1 7 0 0,1-1 8 0 0,-1 0 18 0 0,1 0 9 0 0,-2 1 13 0 0,1-1 21 0 0,1 1 10 0 0,0-1 4 0 0,1 1 9 0 0,-1 0-20 0 0,0 0-21 0 0,0 0-14 0 0,1 0-21 0 0,0 0-34 0 0,1 0-7 0 0,-1 0-10 0 0,1 1 0 0 0,0-1-1 0 0,1 0-14 0 0,-1 0 27 0 0,0 0 1 0 0,0 0 6 0 0,0 0-10 0 0,0 0-11 0 0,0 0 40 0 0,0 0-21 0 0,0 0 12 0 0,0 0 20 0 0,0 0 4 0 0,0 0 29 0 0,0 0 2 0 0,0 0-7 0 0,0 0 40 0 0,0 0-25 0 0,0 0 23 0 0,0 0-6 0 0,0 0 2 0 0,0 0 0 0 0,0 0-18 0 0,-2 0-14 0 0,1 0 12 0 0,-1 0-34 0 0,1 0 10 0 0,0 0-4 0 0,0 0 0 0 0,1 0 5 0 0,0 0 8 0 0,0 0-3 0 0,0 0 2 0 0,0 0 14 0 0,0 0-4 0 0,0 0 40 0 0,0 0-7 0 0,0 0 18 0 0,0 0-3 0 0,0 0-2 0 0,0 0 5 0 0,0 0-20 0 0,0 0-37 0 0,0 0 6 0 0,0 0-38 0 0,-1-1 13 0 0,-1 0-38 0 0,0 1 28 0 0,1-1-19 0 0,0 1 29 0 0,1 0-8 0 0,-1-1-16 0 0,1 1 15 0 0,0 0-15 0 0,0 0-5 0 0,0 0-22 0 0,0 0-18 0 0,0 0-6 0 0,0-1-5 0 0,0 1-5 0 0,0-1-13 0 0,0 1-11 0 0,0 0-3 0 0,0-1-5 0 0,0 1-32 0 0,0 0-15 0 0,0 0 7 0 0,0 0-42 0 0,0 0 2 0 0,0 0 11 0 0,2 0 9 0 0,-1 0 17 0 0,3 1-4 0 0,-2-2 36 0 0,1 0 9 0 0,0 1 13 0 0,0-1-5 0 0,1 0 16 0 0,1 0-4 0 0,-1 0-7 0 0,1 0-7 0 0,-1 0-13 0 0,1 0 13 0 0,0-1-34 0 0,-1 2 43 0 0,3-1-4 0 0,-1 0-22 0 0,0 0 32 0 0,-1 0-15 0 0,0 0 18 0 0,0 0-13 0 0,0 1 4 0 0,0-1 9 0 0,1 1-13 0 0,-2-1-10 0 0,0 1-1 0 0,0 0 26 0 0,-1 0-31 0 0,1 0 6 0 0,-1 0-7 0 0,1 0 5 0 0,-1 0 12 0 0,0 0-7 0 0,-1 0 2 0 0,0 0 19 0 0,2 0-6 0 0,-1 0 3 0 0,0 0 10 0 0,-1 0-4 0 0,1 0 12 0 0,0 0-22 0 0,-1 0 6 0 0,-1 0-11 0 0,0 0 2 0 0,1 0-10 0 0,-1 0-12 0 0,3 0 8 0 0,-2 0 10 0 0,1 0 11 0 0,-1 0-11 0 0,-1 0 4 0 0,1 0 9 0 0,0 0 15 0 0,0 0-22 0 0,0 0-2 0 0,1 0-9 0 0,0 0 11 0 0,0 1-5 0 0,1 0-40 0 0,0-1 31 0 0,0 1-26 0 0,0-1 31 0 0,0 0-24 0 0,0 1 13 0 0,-2-1 1 0 0,0 0-1 0 0,1 0 6 0 0,-1 0 3 0 0,1 0-19 0 0,0 0-9 0 0,0-1 16 0 0,-2 1-10 0 0,0 0 16 0 0,0 0-13 0 0,-1 0 23 0 0,0 0-16 0 0,0 0 19 0 0,0 0 9 0 0,0 0 22 0 0,0 0-1 0 0,0 0 30 0 0,0 0 7 0 0,0 0 0 0 0,0 0-2 0 0,0 0-4 0 0,0 0-9 0 0,0 0-2 0 0,0 0-15 0 0,0 0 0 0 0,0 0-6 0 0,0 0-14 0 0,0 0 4 0 0,0 0 8 0 0,0 0-13 0 0,0 0 18 0 0,0 0-19 0 0,0 0 25 0 0,0 0-12 0 0,0 1-1 0 0,0 0-9 0 0,0-1-7 0 0,0 1 1 0 0,0-1-10 0 0,0 0 2 0 0,0 1-1 0 0,0-1 0 0 0,0 0-14 0 0,0 0 18 0 0,0 0 36 0 0,0 0-33 0 0,0 0 54 0 0,0 1-15 0 0,0-1 16 0 0,0 1-13 0 0,0 0-5 0 0,0 0-3 0 0,0-1 18 0 0,0 2-10 0 0,0 0-6 0 0,0 0 21 0 0,1 2-2 0 0,1 1-22 0 0,0 1 7 0 0,-1 1-3 0 0,0 2 0 0 0,1-1 0 0 0,0 2-9 0 0,0-1 2 0 0,-1 2-10 0 0,0-1-12 0 0,-1 1 8 0 0,2 0-18 0 0,0 0 5 0 0,-1 1-2 0 0,0-1-13 0 0,0-1 7 0 0,0 0-26 0 0,-1 1 31 0 0,0 0-25 0 0,0 0 32 0 0,2 0-10 0 0,-1 0 4 0 0,1 0 0 0 0,0 0 0 0 0,1-1-9 0 0,-1-1-12 0 0,0 1 8 0 0,-1-1-8 0 0,-1 0 15 0 0,1-1-18 0 0,0 0-3 0 0,1-1 0 0 0,-1-1 13 0 0,1-1-8 0 0,-2-1 16 0 0,1 0-13 0 0,-1-2-10 0 0,0 0-39 0 0,0 0-74 0 0,0-1-80 0 0,0-1-147 0 0,0 1-145 0 0,0-1-192 0 0,0 0-135 0 0,0 0-104 0 0,0 0-13 0 0,1-1-100 0 0,3 0 28 0 0,-1-1 55 0 0,0 0 149 0 0,-1-1 148 0 0,-1 0 163 0 0,0 0 177 0 0,-2-1 113 0 0,0 0 54 0 0,-1 1-50 0 0,2-1-83 0 0,1 1-140 0 0,1-1-95 0 0,1 0-52 0 0,-1 1-4 0 0,-2-1 15 0 0,0 0 11 0 0,-1 1 73 0 0,0 1 74 0 0,1 0 69 0 0,-1 1-15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6:25.744"/>
    </inkml:context>
    <inkml:brush xml:id="br0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-13317.82813"/>
      <inkml:brushProperty name="anchorY" value="-7280.62158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-18776.08984"/>
      <inkml:brushProperty name="anchorY" value="-8442.2627"/>
      <inkml:brushProperty name="scaleFactor" value="0.5"/>
    </inkml:brush>
  </inkml:definitions>
  <inkml:trace contextRef="#ctx0" brushRef="#br0">1 209 148 0 0,'0'0'0'0'0,"0"0"164"0"0,0 0 0 0 0,0 0-19 0 0,1 0-17 0 0,1 0-11 0 0,1 0-27 0 0,2 0 1 0 0,-1 0-21 0 0,1 0 5 0 0,-1 0-3 0 0,1 0 0 0 0,-2 0 14 0 0,2 0 1 0 0,-2 0 9 0 0,0 0-1 0 0,-1 0 6 0 0,-1 0-2 0 0,0-1-8 0 0,-1 0-2 0 0,0 0-1 0 0,0-1 0 0 0,-1 0 0 0 0,1 1 0 0 0,0-1 10 0 0,0 0-4 0 0,0 0 7 0 0,0 0 8 0 0,0 0 7 0 0,-1 1 8 0 0,-1 0 8 0 0,0 0 12 0 0,1 0 8 0 0,-1 0 12 0 0,-1 1 8 0 0,2-1-2 0 0,-1 2 21 0 0,1-1-10 0 0,1 1 3 0 0,-1 0-18 0 0,1 0 4 0 0,0-1-20 0 0,0 2-19 0 0,0-1-14 0 0,1 0-22 0 0,-1 0-9 0 0,0-1-28 0 0,0 1-8 0 0,-2 0-19 0 0,1-1-15 0 0,-1 1-16 0 0,1-1 3 0 0,0 0-13 0 0,0 1 4 0 0,1-1-7 0 0,0 0-3 0 0,0 0 1 0 0,0-1-6 0 0,0 1 11 0 0,0 0-8 0 0,0 0 12 0 0,0 0-3 0 0,0 0 1 0 0,0 0 0 0 0,0 0 4 0 0,0 0 0 0 0,0 0 0 0 0,0 0 0 0 0,0 0 0 0 0,0 1 0 0 0,0 0-1 0 0,0-1-3 0 0,0 1 5 0 0,0-1 3 0 0,0 0 4 0 0,0 0 4 0 0,0 1-5 0 0,0-1 2 0 0,0 1-6 0 0,0-1-3 0 0,0 1-9 0 0,0 0 7 0 0,2 0 2 0 0,-1 1-5 0 0,1-1 6 0 0,-1 0-2 0 0,0 0 6 0 0,1 1-6 0 0,0 0-3 0 0,0 0 5 0 0,1 1-6 0 0,-1-1 6 0 0,0 0 3 0 0,0 1-5 0 0,-1-1 6 0 0,1 1-2 0 0,0 0-3 0 0,1 0 5 0 0,0 0-6 0 0,-1 0 1 0 0,1 0 5 0 0,0 0-2 0 0,-1-1-3 0 0,0 0 5 0 0,-1 0 3 0 0,-1 0-15 0 0,2 0 1 0 0,0-1 8 0 0,1 1 1 0 0,0 0 0 0 0,-1 0 6 0 0,0-1 8 0 0,-1 1-17 0 0,1 0 11 0 0,0 0-8 0 0,0 0 1 0 0,1 0-4 0 0,-1 1 0 0 0,0-1 10 0 0,0 0-8 0 0,0 0 2 0 0,0 0 10 0 0,0 0-8 0 0,1 0 2 0 0,-1 0-4 0 0,2 0-9 0 0,-1-1 7 0 0,0 1-3 0 0,0-1 6 0 0,0 1-2 0 0,1 0-3 0 0,-1 0 10 0 0,-1-1-8 0 0,2 1 2 0 0,-2-1 0 0 0,0 0 0 0 0,0 1 0 0 0,0 0 0 0 0,2 0 5 0 0,-1-1-6 0 0,0 1 1 0 0,1-1 0 0 0,-1 1-4 0 0,1-1 10 0 0,-1 1-13 0 0,1-1 9 0 0,0 1-7 0 0,0-1 1 0 0,1 1 10 0 0,-1-1-8 0 0,1 1 2 0 0,-1-1 5 0 0,1 1-6 0 0,0-1 1 0 0,0 1-14 0 0,0 0 9 0 0,0 0-4 0 0,1 1 6 0 0,-1-1-2 0 0,1 1 6 0 0,0-1-2 0 0,-1 1 6 0 0,0-1-6 0 0,1 1 1 0 0,0-1 0 0 0,-1 1-4 0 0,1-1 0 0 0,0 0 0 0 0,-2 1-4 0 0,2-1 0 0 0,-2 0 5 0 0,0 0 3 0 0,1 0-1 0 0,0 0 1 0 0,0 0 10 0 0,0-1 1 0 0,0 1-9 0 0,0-1-1 0 0,-1 1-1 0 0,1 0 0 0 0,0 0 0 0 0,-1 0-14 0 0,1 0 14 0 0,1-1-6 0 0,0 1 7 0 0,0 0 3 0 0,2 0-1 0 0,-2 1 11 0 0,0 0-4 0 0,0-1-7 0 0,0 0-2 0 0,1 1-1 0 0,0-1-4 0 0,1 1 5 0 0,1-1-6 0 0,-1 1 6 0 0,0-1-2 0 0,-1 0 1 0 0,0 0-4 0 0,1 0 0 0 0,-1 0 5 0 0,1 0-2 0 0,-1 1 1 0 0,1-2 0 0 0,-2 1 10 0 0,0 0-13 0 0,0 0 4 0 0,1 0-1 0 0,-2 0 0 0 0,1 0 5 0 0,-1 0-6 0 0,2-1 1 0 0,-1 2 0 0 0,1-1-4 0 0,-1 1 5 0 0,0-1-6 0 0,1 1 6 0 0,-2-1-2 0 0,1 0-3 0 0,0-1 5 0 0,0 1-2 0 0,-1 0-3 0 0,0 0 5 0 0,1 0-2 0 0,-2 0 1 0 0,1 0-4 0 0,-1 0 10 0 0,2 1-8 0 0,-1-1 2 0 0,1 0 0 0 0,0 1 5 0 0,1-1 3 0 0,-1 1-10 0 0,1-1 3 0 0,-1 1-1 0 0,2-1 0 0 0,-1 1-4 0 0,-1 0 0 0 0,3 0 5 0 0,-1 0-2 0 0,1 0-3 0 0,0 0 5 0 0,-1 0-2 0 0,1 0 1 0 0,-1-1-4 0 0,-1 1 5 0 0,1-1-2 0 0,0 1 1 0 0,-1 0-4 0 0,1 0 5 0 0,0 1 3 0 0,-1-1 4 0 0,1 1-10 0 0,0-1 3 0 0,-1 1 4 0 0,1-1-2 0 0,0 1-3 0 0,0-1 0 0 0,1 1 0 0 0,0-1 5 0 0,0 0-6 0 0,0 0-3 0 0,0 0 5 0 0,-1 0-2 0 0,2 0 1 0 0,-1 0 0 0 0,0 0 0 0 0,0 1 0 0 0,2-1 5 0 0,-2 0-11 0 0,1 0-1 0 0,-1 1-1 0 0,0-1 0 0 0,0 1-4 0 0,2-1-9 0 0,0 0 12 0 0,1 0-5 0 0,0 0 7 0 0,-1 0-2 0 0,0 0 6 0 0,-1-1-2 0 0,2 0 6 0 0,-1 0-2 0 0,1 0-3 0 0,-1 0 0 0 0,1 0 0 0 0,-1 0 10 0 0,-1 0-13 0 0,1 1 4 0 0,0-1 4 0 0,0 0-6 0 0,0 1 6 0 0,1-1-6 0 0,-1 1 6 0 0,0-1-6 0 0,1-1 6 0 0,-2 1-2 0 0,0 0 1 0 0,0 0-4 0 0,1 0-4 0 0,1 1 5 0 0,-2-1 3 0 0,0 0-1 0 0,0 0-8 0 0,1 0 7 0 0,0 0 2 0 0,-1 1-5 0 0,0-1 1 0 0,0 0 5 0 0,0 0-2 0 0,0-1 1 0 0,0 1 5 0 0,-1-1-6 0 0,1 0 1 0 0,-1 0 0 0 0,1 0 0 0 0,0 0 0 0 0,1 1 0 0 0,-2 0 5 0 0,2 0-2 0 0,-1 1-3 0 0,2-1 0 0 0,-1 1-4 0 0,-1-1 5 0 0,1 0-2 0 0,-1 0 6 0 0,2-1-6 0 0,-1 0 1 0 0,0 1 5 0 0,0-1-2 0 0,0 0-13 0 0,0 0 4 0 0,-1-1 3 0 0,0 0 3 0 0,1 0-5 0 0,-1-1 1 0 0,2 0 5 0 0,-2 1-2 0 0,0-1 1 0 0,1 0 0 0 0,0 0 0 0 0,-1 1 0 0 0,-1-1 0 0 0,0 1-4 0 0,-1-1 5 0 0,0 1-2 0 0,-1-1 1 0 0,1 1 5 0 0,0-1-2 0 0,-1 1 1 0 0,1 0 0 0 0,-1 0-4 0 0,1 0 0 0 0,0 1-4 0 0,-1-1 0 0 0,1 1-4 0 0,0-1 5 0 0,-2 1-2 0 0,0-1 6 0 0,0 0-2 0 0,1 0 6 0 0,-1 0-2 0 0,1 0 1 0 0,1 0 5 0 0,-1-1-2 0 0,1 0 1 0 0,0 0-4 0 0,0 0 0 0 0,-1 0-9 0 0,1 1 7 0 0,0-1-12 0 0,-1 1 8 0 0,1 0 2 0 0,0-1-1 0 0,0 1 1 0 0,-1-1 0 0 0,2 1 0 0 0,-1-1-4 0 0,1-1 0 0 0,-1 1 0 0 0,-1 0 5 0 0,0 0-2 0 0,0 0 1 0 0,-1 0 5 0 0,1 1-2 0 0,1-1-3 0 0,0 0-4 0 0,0 1 14 0 0,0-1-13 0 0,1-1 14 0 0,1 1 0 0 0,-1 0-4 0 0,0-1 6 0 0,1 1-16 0 0,0-1 19 0 0,0 1-20 0 0,-1-1 2 0 0,1-1 3 0 0,1 1 3 0 0,0 0-5 0 0,2 1 6 0 0,-2-1-6 0 0,1 0 6 0 0,0 0-11 0 0,-2 1 3 0 0,2-2 4 0 0,-2 1-6 0 0,1-1 6 0 0,0 1-2 0 0,1-1 1 0 0,-1 1 0 0 0,-1 1 5 0 0,0-1-6 0 0,-1 1 1 0 0,-1 0 0 0 0,0 0 5 0 0,1-1-2 0 0,0 1-3 0 0,0 0-4 0 0,0 0 0 0 0,0 0 10 0 0,-1-1-8 0 0,0 1 2 0 0,0 0 5 0 0,-2 1-6 0 0,0-2 6 0 0,-2 2-2 0 0,1-1-3 0 0,0 0 0 0 0,0 0 0 0 0,-1 0 0 0 0,2 0 0 0 0,0 1-4 0 0,-1-1 5 0 0,2 0-2 0 0,0 0 1 0 0,1 1 5 0 0,1-2-2 0 0,-1 1 6 0 0,0 0-6 0 0,0-1-3 0 0,1 0-4 0 0,-1 1 5 0 0,1-1-2 0 0,0 0 1 0 0,0-1-4 0 0,0 1 10 0 0,-1 0-8 0 0,2 0 7 0 0,-2 0-6 0 0,1 0-3 0 0,0 0 5 0 0,0-1-2 0 0,0 1 1 0 0,0 0 0 0 0,-1 0-4 0 0,0-1 5 0 0,1 1 3 0 0,-1-1-5 0 0,-1 1 11 0 0,2 0-8 0 0,-2 0 2 0 0,1 0-4 0 0,1 0 0 0 0,0 0 5 0 0,-1-1-11 0 0,1 1 8 0 0,-1 0-3 0 0,0 0 1 0 0,1 0 0 0 0,0 0-4 0 0,0-1 0 0 0,0 1 5 0 0,0-1-11 0 0,-1 0 13 0 0,0 1-9 0 0,2 0 7 0 0,-1 0-6 0 0,0 0 6 0 0,0 0-2 0 0,0-1-3 0 0,-1 1 5 0 0,1-1-2 0 0,1 0 1 0 0,-1 1 0 0 0,0 0 0 0 0,-1-1 10 0 0,1 1-8 0 0,-1 0 2 0 0,1 0 0 0 0,0-1 0 0 0,0 0 0 0 0,0 1-9 0 0,0-1 7 0 0,-1 0-3 0 0,0 1 1 0 0,0-1 0 0 0,0 1 0 0 0,-1-1 5 0 0,1 0-6 0 0,0 1-3 0 0,-2-1 10 0 0,1 2-8 0 0,-1-1 2 0 0,1 0 0 0 0,1 0 0 0 0,-1 1 0 0 0,1-2 0 0 0,1 2-4 0 0,-2-1 5 0 0,1 0-2 0 0,1-1 1 0 0,-1 1 0 0 0,1 0 0 0 0,0 0 0 0 0,1-1 0 0 0,1 0-4 0 0,-1 1 0 0 0,1-1 0 0 0,-2 0 5 0 0,2-1-6 0 0,0 0-3 0 0,0 1 5 0 0,0 0-2 0 0,-1 1 11 0 0,1-1-8 0 0,-1 0-2 0 0,-1 1 5 0 0,0 0-2 0 0,0-1 6 0 0,-1 1-11 0 0,0 0 8 0 0,-2 0-3 0 0,2-1 1 0 0,-2 2-9 0 0,0-1 12 0 0,0-1-5 0 0,1 2 2 0 0,0-1 0 0 0,0-1 0 0 0,-1 2 5 0 0,0-1-6 0 0,-1 0-3 0 0,0 0 5 0 0,0 1 3 0 0,-1-1-1 0 0,0 1 1 0 0,-1 0-4 0 0,0 0 0 0 0,0 1 5 0 0,0-1-6 0 0,-1 1-3 0 0,0 0 5 0 0,1 0-2 0 0,0-1-3 0 0,0 0 0 0 0,2 0 5 0 0,-1 0-2 0 0,1 0 11 0 0,-1 0-13 0 0,0 0 9 0 0,2 0-7 0 0,-2-1 6 0 0,3 1-6 0 0,-2-1-8 0 0,2 0 12 0 0,-1 0-5 0 0,1 0-2 0 0,0 0 0 0 0,0 0 10 0 0,0 0-4 0 0,-1-1-2 0 0,0 1 0 0 0,0 0 0 0 0,1 0 5 0 0,-1-1-2 0 0,-1 2-8 0 0,2-1 7 0 0,-3-1-7 0 0,2 2 6 0 0,-1-1-2 0 0,1 0-3 0 0,-1 0 5 0 0,-1 0-2 0 0,1 0 6 0 0,-1 1-6 0 0,2 0 6 0 0,0-1-6 0 0,0 0 1 0 0,-1 0 5 0 0,0 1-2 0 0,0-1-3 0 0,0 0-9 0 0,1 1 12 0 0,1-1-5 0 0,-2 1 2 0 0,1-1 0 0 0,0 0-4 0 0,0 0 10 0 0,1 0-4 0 0,-1 0 2 0 0,0 0-4 0 0,0 0 0 0 0,0-1 0 0 0,1 2 0 0 0,-1-1 0 0 0,0-1 0 0 0,0 1 0 0 0,0 0 0 0 0,-1 1 0 0 0,1-1-4 0 0,0 0 0 0 0,-1 0 5 0 0,0 0-6 0 0,-1 0 1 0 0,0 1 5 0 0,2-1-2 0 0,-2 0 1 0 0,1 0 5 0 0,-1 1-6 0 0,0-1 6 0 0,0 1-2 0 0,0 0-8 0 0,0-1 2 0 0,-2 1-1 0 0,2-1 10 0 0,-2 0-8 0 0,2 1 2 0 0,-1 0 5 0 0,0-1-2 0 0,0 1-3 0 0,-1 0 0 0 0,1 0 0 0 0,0-1 0 0 0,1 1 0 0 0,-1-1 0 0 0,0 1 0 0 0,1-1-9 0 0,1 1 7 0 0,-1-1-3 0 0,1 1 11 0 0,-2-1-8 0 0,2 0 7 0 0,0 0-6 0 0,0 0 6 0 0,-2 0-2 0 0,1-1-3 0 0,1 2 0 0 0,-1-2-4 0 0,0 1 5 0 0,0 0-2 0 0,1 0 1 0 0,0 0 5 0 0,-1 0-6 0 0,1 0 1 0 0,-1 1-4 0 0,1-1 5 0 0,0 0-6 0 0,-1 0 6 0 0,1 1-6 0 0,1-1 6 0 0,-2 1 3 0 0,2-1-5 0 0,-2-1 6 0 0,2 1-2 0 0,-1 0-3 0 0,1 0 0 0 0,0 0-4 0 0,-1 0 0 0 0,1 0 5 0 0,-2 0-6 0 0,-1 1 6 0 0,1-1-2 0 0,0 1 1 0 0,0-1 5 0 0,-1 1-6 0 0,1-1 1 0 0,-2 1 0 0 0,2-1 0 0 0,-1 1 0 0 0,0 0-4 0 0,-1 0 0 0 0,-1 0 0 0 0,-1 1 5 0 0,2-1-2 0 0,0 0 1 0 0,-1 0 0 0 0,0 0 0 0 0,0-1 0 0 0,0 1 0 0 0,0 1 0 0 0,1-2-4 0 0,0 1 0 0 0,0 0 0 0 0,1 0 5 0 0,-1-1 3 0 0,0 0-1 0 0,0 0-3 0 0,0 0 0 0 0,0 1 0 0 0,1-1 0 0 0,1 1-4 0 0,0-1 5 0 0,-1 1-6 0 0,-1-1 11 0 0,1 1-8 0 0,0 0 7 0 0,0 0-6 0 0,0 0 1 0 0,-1-1-4 0 0,2 0 0 0 0,-2 0 0 0 0,1 0 0 0 0,-2 0 10 0 0,2 0-8 0 0,-1 0 2 0 0,1 1 5 0 0,0 0-6 0 0,-1-1 6 0 0,0 1-6 0 0,1 0 1 0 0,-1 0 0 0 0,0 0 5 0 0,-1 0-2 0 0,0 1-8 0 0,-1-1 7 0 0,1 1-3 0 0,-1 0-3 0 0,0 0 5 0 0,0 0-6 0 0,-1-1 1 0 0,3 0 5 0 0,-1 1-2 0 0,1 0 1 0 0,-1-1-4 0 0,0 0 10 0 0,0 0-4 0 0,1 0-7 0 0,-1-1 7 0 0,1 1 2 0 0,1 0-5 0 0,-1-1-3 0 0,2 1 0 0 0,-1-1 5 0 0,1-1-6 0 0,0 0 6 0 0,0 1-6 0 0,1 0 6 0 0,-1-1-2 0 0,0 1 1 0 0,0 0 0 0 0,1 1 0 0 0,-2-1 5 0 0,1 0-11 0 0,-2 1 8 0 0,1 1 2 0 0,-1-1-5 0 0,0 0 1 0 0,-1 1 0 0 0,0-1 0 0 0,-1 0 10 0 0,2 0-13 0 0,0 0 4 0 0,-1 1 4 0 0,0-1-6 0 0,0 2 1 0 0,0-1 0 0 0,-1 1-4 0 0,0-1 0 0 0,0 1 5 0 0,0-1 3 0 0,0 0-5 0 0,0 0 6 0 0,0 0-6 0 0,0 0 6 0 0,0 0-2 0 0,0 0-8 0 0,-2 0 7 0 0,1 0-7 0 0,-1 0 15 0 0,1 0-8 0 0,0 0-2 0 0,0 0 10 0 0,1 0-8 0 0,0 0 7 0 0,-2 0-11 0 0,1 0 3 0 0,-1 0-5 0 0,1 0 0 0 0,0 0-9 0 0,1 1 7 0 0,-1 0-7 0 0,1-1 6 0 0,-1 1 8 0 0,-1-2 2 0 0,-1 1 24 0 0,0 0 12 0 0,1 0 12 0 0,0 0-15 0 0,2 0-73 0 0,3 1-124 0 0,-1-1-185 0 0,1 0-146 0 0,-4 1-113 0 0,0 0-67 0 0,-4 0-57 0 0,-2 1 56 0 0,1-1 95 0 0,-1 0 104 0 0,1 0 100 0 0,2 0 172 0 0</inkml:trace>
  <inkml:trace contextRef="#ctx0" brushRef="#br1" timeOffset="1370.61">3978 8 180 0 0,'0'0'0'0'0,"0"0"268"0"0,0 1 42 0 0,0 0-12 0 0,0 1-31 0 0,0 0-23 0 0,0 0-14 0 0,0 0-8 0 0,0 0 4 0 0,0-1 21 0 0,0 1 12 0 0,0-2 31 0 0,0 1 21 0 0,0-2 25 0 0,0 0 10 0 0,0-2-9 0 0,0 0-14 0 0,0 0-39 0 0,0-1-55 0 0,0 1-67 0 0,0 1-61 0 0,0 0-46 0 0,0 1-51 0 0,0 1-25 0 0,0 0-17 0 0,0 2-4 0 0,0-1-2 0 0,0 1 5 0 0,0 1 8 0 0,0-1 7 0 0,0 1 12 0 0,0 0 17 0 0,0 0-4 0 0,0-1 22 0 0,0 0 8 0 0,0 1 13 0 0,0 0 12 0 0,0-1 8 0 0,0 1 22 0 0,1 0 4 0 0,2 0 29 0 0,0-1 25 0 0,0-1 24 0 0,1-1 5 0 0,-1 1 48 0 0,0-2 17 0 0,0 1 12 0 0,1-1 14 0 0,0 1 7 0 0,1 0 4 0 0,0 0-18 0 0,0 1-32 0 0,0 0-19 0 0,-1 0-45 0 0,1 1-23 0 0,-2-1-25 0 0,2 0-25 0 0,-2 0-20 0 0,1 0-10 0 0,1 0-5 0 0,-1 1-9 0 0,1-1-4 0 0,-1 1-4 0 0,1 0-4 0 0,0 0 6 0 0,0 0 6 0 0,0-1-10 0 0,-1 1 3 0 0,-1 0 8 0 0,0 0-2 0 0,2-1-13 0 0,-2 0-5 0 0,2 0-14 0 0,0 1-11 0 0,0-2-3 0 0,-2 2-14 0 0,1-2-11 0 0,-1 1 11 0 0,0 0-13 0 0,-2 0 17 0 0,2 0 0 0 0,-1-1-5 0 0,0 1 22 0 0,0-1-7 0 0,1 0 8 0 0,-1 0-7 0 0,-1 1 12 0 0,0 0 2 0 0,1-1-20 0 0,2 1-2 0 0,-1 0 8 0 0,0 0-8 0 0,-1 0-6 0 0,-1-1 10 0 0,0 0 6 0 0,-1 1-10 0 0,2 0-16 0 0,0-1 14 0 0,1 1 14 0 0,-1-1-19 0 0,1 0 7 0 0,0 0-2 0 0,0 0 0 0 0,-1 0-33 0 0,1 0-13 0 0,0 1 15 0 0,-1 0-26 0 0,1-1 12 0 0,0 1 11 0 0,0-1 19 0 0,0 0-4 0 0,0 0-21 0 0,-1 0 22 0 0,-1 0-8 0 0,1 0 16 0 0,0 0-32 0 0,1 0 33 0 0,0 1 4 0 0,-1 0 3 0 0,0-1-12 0 0,-1 1 13 0 0,0-1 0 0 0,-1 0 15 0 0,0 0-9 0 0,0 0 13 0 0,0 0 11 0 0,0 0-36 0 0,0 0 26 0 0,1 0-5 0 0,1 0-8 0 0,-1 0 18 0 0,0 0-16 0 0,0 0 29 0 0,0 0-22 0 0,-1 0-7 0 0,0 0 6 0 0,0 0-26 0 0,0 0 12 0 0,2 1 0 0 0,-1 0 4 0 0,1-1 9 0 0,-1 1-2 0 0,2-1 15 0 0,-1 0-14 0 0,0 0 1 0 0,-1 0-5 0 0,0 0-13 0 0,0 0 17 0 0,0 0-11 0 0,1 0 8 0 0,0 0-6 0 0,0 0 2 0 0,1 0 3 0 0,-1 0-5 0 0,-1 0-8 0 0,0 0 7 0 0,0 0 2 0 0,-1 0-5 0 0,0 0 11 0 0,0 0-13 0 0,0 0 14 0 0,0 0-4 0 0,0-1 5 0 0,0 0 4 0 0,0 1 4 0 0,0 0-5 0 0,0-1 2 0 0,0 1 3 0 0,0 0-5 0 0,0 0-12 0 0,0 0 12 0 0,0 0 0 0 0,0 0-4 0 0,0 0 6 0 0,0 0 3 0 0,0 0 14 0 0,0 0-14 0 0,0 0 6 0 0,0 0 26 0 0,0 0-8 0 0,0 1 13 0 0,0 0 7 0 0,0-1 8 0 0,0 1 27 0 0,0-1 11 0 0,0 0 51 0 0,-2 1 35 0 0,1 0 44 0 0,-1-1 44 0 0,-1 1 40 0 0,1 0-7 0 0,0 0 26 0 0,0 0-57 0 0,-1 1-16 0 0,1 0-58 0 0,-1 1-48 0 0,0-1-38 0 0,0 1-51 0 0,0 1-5 0 0,0-1-27 0 0,0 1 13 0 0,-2 0-5 0 0,1 0 6 0 0,0 0-7 0 0,0 1 8 0 0,0 0-3 0 0,0 0-50 0 0,-1 0 14 0 0,1 0-21 0 0,1-1 4 0 0,0 1 3 0 0,-2-1-7 0 0,2 1 17 0 0,-2-1 37 0 0,1 1-1 0 0,0-1 9 0 0,-1 0-1 0 0,-1 1 10 0 0,-1-1 7 0 0,1 0-34 0 0,1 0-17 0 0,0 1-11 0 0,0 0 0 0 0,0 0-2 0 0,-1 0 0 0 0,-1-1 0 0 0,2 0 0 0 0,-1 1 33 0 0,0-1-19 0 0,-1 0 35 0 0,2 1-42 0 0,-1-1 42 0 0,2 0-8 0 0,-1 0-16 0 0,0 0-23 0 0,1-1 2 0 0,0 1-9 0 0,0 0-26 0 0,0 0 26 0 0,0-1-33 0 0,1 1 32 0 0,1-2-28 0 0,-1 1 23 0 0,1-1 2 0 0,0 1-14 0 0,0-1 24 0 0,2 0-13 0 0,-1 0 10 0 0,1 0-22 0 0,0 0 7 0 0,-1 0-17 0 0,-1 0-10 0 0,1 0 16 0 0,-1-1-1 0 0,2 1 9 0 0,-1 0-6 0 0,1 0 22 0 0,-2-1 12 0 0,0 1 2 0 0,1-1 6 0 0,0 0-1 0 0,0 0-4 0 0,0 0 7 0 0,1 0-12 0 0,0-1-20 0 0,0 1-32 0 0,0 0-16 0 0,0 0-64 0 0,0-1-83 0 0,0 0-191 0 0,0 1-164 0 0,0-1-259 0 0,0 0-158 0 0,-1 0 9 0 0,-1 0 104 0 0,0 0 176 0 0,1 1 168 0 0,0-1 147 0 0,1 1 12 0 0,-1 0-114 0 0,1 0-103 0 0,-1-1-122 0 0,-1-1-101 0 0,1 0 14 0 0,-2 0 72 0 0,0-1 133 0 0,1 1 144 0 0,1 0 160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6:51.051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448 112 220 0 0,'2'-4'267'0'0,"7"-3"389"0"0,-9 7-612 0 0,-1 0 0 0 0,1-1 0 0 0,0 1 0 0 0,-1 0 0 0 0,1 0 0 0 0,0 0 0 0 0,-1-1 0 0 0,1 1 0 0 0,0 0 0 0 0,0 0 0 0 0,-1-1 0 0 0,1 1 0 0 0,0 0 0 0 0,0-1 0 0 0,-1 1 0 0 0,1 0 0 0 0,0-1 0 0 0,0 1 0 0 0,0 0 0 0 0,0-1 0 0 0,-1 1 0 0 0,1 0 0 0 0,0-1 0 0 0,0 1 0 0 0,0 0 0 0 0,0-1 0 0 0,0 1 0 0 0,0-1 0 0 0,0 1 0 0 0,0 0 0 0 0,0-1 0 0 0,0 1 0 0 0,0-1 0 0 0,0 1 0 0 0,1 0 0 0 0,-1-1 0 0 0,0 1 0 0 0,0 0 0 0 0,0-1-1 0 0,0 1 1 0 0,1 0 0 0 0,-1-1 0 0 0,0 1 0 0 0,0 0 0 0 0,1-1 0 0 0,-1 1 0 0 0,0 0 0 0 0,0 0 0 0 0,1-1 0 0 0,-1 1-44 0 0,1 0 1732 0 0,-2 0-221 0 0,0 0-813 0 0,-1 3 6785 0 0,-1 5-3857 0 0,-15 35-3658 0 0,10 59 89 0 0,0-24-102 0 0,1 193-224 0 0,7-25-32 0 0,-8-180 365 0 0,8 49 108 0 0,-8-61-88 0 0,-6 27 6 0 0,7-7-118 0 0,6-44-170 0 0,7-26-6713 0 0,-5-5 5292 0 0,-1 1 299 0 0,0 0 321 0 0,31-33-4761 0 0,-31 24 5185 0 0,0 0 109 0 0</inkml:trace>
  <inkml:trace contextRef="#ctx0" brushRef="#br0" timeOffset="1339.43">41 55 292 0 0,'-4'0'567'0'0,"-10"0"181"0"0,15-5-313 0 0,-22-11 1807 0 0,20 16-1995 0 0,0 3 588 0 0,2-3-864 0 0,38 0 9 0 0,78-7 4420 0 0,93 13 1119 0 0,-121-8-4817 0 0,187-13-547 0 0,-107 3-204 0 0,-32 6-15 0 0,-136 6 60 0 0,-1 0 10 0 0,0 0 7 0 0,0 0 7 0 0,0 0-14 0 0,0 0-60 0 0,-17 9-9266 0 0,-18 9 4461 0 0,34-13 4150 0 0,1-1 130 0 0</inkml:trace>
  <inkml:trace contextRef="#ctx0" brushRef="#br0" timeOffset="2874.16">887 1193 268 0 0,'-3'-10'1931'0'0,"-8"5"-1517"0"0,9 5-271 0 0,5-9 1696 0 0,3-12 476 0 0,61-51 1790 0 0,-67 72-4101 0 0,6-4 98 0 0,1-1-1 0 0,0 1 1 0 0,0 1 0 0 0,0-1 0 0 0,0 1-1 0 0,0 0 1 0 0,1 1 0 0 0,-1 0 0 0 0,1 0-1 0 0,0 0 1 0 0,-1 1 0 0 0,1 0-1 0 0,0 1 1 0 0,0 0 0 0 0,0 0 0 0 0,-1 1-1 0 0,1 0 1 0 0,0 0 0 0 0,0 0-1 0 0,-1 1 1 0 0,1 1-102 0 0,-2-2 25 0 0,-1 1 0 0 0,1 0-1 0 0,0 0 1 0 0,-1 1 0 0 0,0 0-1 0 0,0 0 1 0 0,0 0 0 0 0,0 0-1 0 0,0 1 1 0 0,0 0 0 0 0,-1 0-1 0 0,0 0 1 0 0,0 0 0 0 0,0 1-1 0 0,0 0 1 0 0,-1-1 0 0 0,1 2-1 0 0,-2-1 1 0 0,1 0 0 0 0,0 0-1 0 0,-1 1 1 0 0,2 4-25 0 0,2 72 70 0 0,-28-1-55 0 0,-46 30-181 0 0,-18-24 517 0 0,72-66 1163 0 0,99 5-1842 0 0,51-19-283 0 0,-80-20-2460 0 0,-54 0 326 0 0,-5-3-2513 0 0,3 16 4516 0 0,0 0 55 0 0,0 0 84 0 0,0 0 77 0 0,0 0 55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6:57.034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48 18 344 0 0,'-11'2'2281'0'0,"-9"2"-602"0"0,20-1-573 0 0,-6-3 0 0 0,-4 0 10181 0 0,11 0-11252 0 0,-1 0-17 0 0,0 0-24 0 0,0 0-3 0 0,0 0-2 0 0,0 0 1 0 0,0 0-9 0 0,0 0-5 0 0,0 0-2 0 0,0 0 3 0 0,0 0-5 0 0,0 0 4 0 0,0 0-6 0 0,0 0 3 0 0,0 0 7 0 0,0 0 7 0 0,0 0 3 0 0,0 0-8 0 0,40-6-170 0 0,-34 6 192 0 0,1 0-1 0 0,110 0 94 0 0,-110 0-103 0 0,-1 0 12 0 0,-4 0 5 0 0,-2 0-2 0 0,0 0 2 0 0,1 0-4 0 0,3 0-5 0 0,-7 0-2 0 0,8 0 0 0 0,117 0-2 0 0,-121 0-2 0 0,1 0 8 0 0,3 0 0 0 0,-3 0 4 0 0,3 0-4 0 0,-3 0 5 0 0,243-9 82 0 0,-243 10-80 0 0,3 1 8 0 0,73-7-91 0 0,33 1 607 0 0,-30 7-700 0 0,-80-3 183 0 0,-1 0 6 0 0,0 0 6 0 0,0 0 11 0 0,0 0 0 0 0,0 0 0 0 0,0 0-6 0 0,0 0 14 0 0,0 0-2 0 0,0 0 15 0 0,0 0 10 0 0,0 0-5 0 0,0 0 8 0 0,0 0 18 0 0,0 0-8 0 0,0 0-11 0 0,0 0-16 0 0,0 0-12 0 0,0 0-6 0 0,0 0-16 0 0,0 0-3 0 0,0 0-10 0 0,0 0-5 0 0,0 0-19 0 0,0 0-4 0 0,0 0-12 0 0,0 0-6 0 0,0 0-1 0 0,0 0-15 0 0,0 0-24 0 0,0 0-59 0 0,0 0-94 0 0,0 0-136 0 0,14 2-14322 0 0,-19-10 13918 0 0,3 5-1205 0 0,2 3 1554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7:04.918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46 6 256 0 0,'0'0'249'0'0,"0"0"0"0"0,15-3 742 0 0,-47 5 703 0 0,5-1 109 0 0,25-1-1669 0 0,2 0-46 0 0,30 0 153 0 0,-51 2 5369 0 0,17-1-1007 0 0,13-1-4566 0 0,-7 0-40 0 0,37 0 84 0 0,69 0 123 0 0,20 0 17 0 0,10 15-125 0 0,-53-9-137 0 0,3-18 25 0 0,27 12-37 0 0,-2 12-126 0 0,-15-18-68 0 0,-32 0-813 0 0,-52 6-6025 0 0,-13 0 4464 0 0,13-17-2047 0 0,-6 16 4256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7:00.702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76 147 260 0 0,'1'-6'1134'0'0,"1"1"-187"0"0,-4 2-496 0 0,1 2-333 0 0,1 1-12 0 0,0 0-5 0 0,0 0 3 0 0,0 0 3 0 0,0 0 2 0 0,-37 9 2035 0 0,35-9-2123 0 0,2 0-17 0 0,0 0-13 0 0,0 0-6 0 0,24 3-66 0 0,67 12-8 0 0,-90-15 85 0 0,-1 0 0 0 0,1 0 2 0 0,75-12 16 0 0,-31-3-18 0 0,-44 15 0 0 0,68-6-51 0 0,93 33 47 0 0,-64-18-4 0 0,-96-8 15 0 0,-2 1-2 0 0,0-2 1 0 0,77 13 11 0 0,76 2 6 0 0,-69-4-18 0 0,3-5-8 0 0,-51-9 6 0 0,25-6 2 0 0,-59 7 0 0 0,-2 1 5 0 0,0 1-2 0 0,0 0 1 0 0,0 0 0 0 0,0 0-7 0 0,0 0-2 0 0,0 0 0 0 0,0 0 0 0 0,0 0-3 0 0,0 0 1 0 0,0 0-4 0 0,0 0 1 0 0,0 0 3 0 0,0 0 8 0 0,0 0 3 0 0,0 0 2 0 0,0 0-2 0 0,0 0 2 0 0,0 0 2 0 0,0 0 4 0 0,0 0 9 0 0,0 0-1 0 0,0 0 0 0 0,-1 0-137 0 0,1 0-1 0 0,0 0 1 0 0,0-1-1 0 0,-1 1 0 0 0,1 0 1 0 0,0 0-1 0 0,0-1 1 0 0,0 1-1 0 0,0 0 0 0 0,-1-1 1 0 0,1 1-1 0 0,0 0 1 0 0,0-1-1 0 0,0 1 0 0 0,0 0 1 0 0,0-1-1 0 0,0 1 1 0 0,0 0-1 0 0,0-1 0 0 0,0 1 1 0 0,0 0-1 0 0,0-1 1 0 0,0 1-1 0 0,0 0 0 0 0,0-1 1 0 0,0 1-1 0 0,0 0 0 0 0,0-1 1 0 0,1 1-1 0 0,-1 0 1 0 0,0-1-1 0 0,0 1 0 0 0,0 0 1 0 0,1-1-1 0 0,-1 1 1 0 0,0 0-1 0 0,0 0 0 0 0,1-1 117 0 0,-1 1-519 0 0</inkml:trace>
  <inkml:trace contextRef="#ctx0" brushRef="#br0" timeOffset="12863.44">22 162 352 0 0,'0'0'263'0'0,"0"0"-13"0"0,0 0-34 0 0,-10-3 398 0 0,6 0-99 0 0,-4 3 2681 0 0,60-8-3202 0 0,-51 7 26 0 0,36-5 318 0 0,-36 6-305 0 0,-1 0-3 0 0,56-1 159 0 0,-28-1-183 0 0,3-3 315 0 0,-9 1 377 0 0,-20 4-682 0 0,37 0 299 0 0,82-12 2287 0 0,-120 12-2579 0 0,39-5 490 0 0,34 2-214 0 0,-71 2-308 0 0,51-2 78 0 0,165-9 1120 0 0,-147 9-1110 0 0,-72 4-96 0 0,46 10 125 0 0,45-5-94 0 0,9 3-187 0 0,-99-9 185 0 0,8 0 41 0 0,-4 0-41 0 0,-3 0-22 0 0,12 3 92 0 0,-93-2 2673 0 0,-92 19-2876 0 0,160-19-10 0 0,1 0-1 0 0,-1 0 1 0 0,0-1-1 0 0,1-1 1 0 0,-1 1-1 0 0,0-2 1 0 0,1 0-1 0 0,0 0 1 0 0,-1-1-1 0 0,1 0 1 0 0,0 0-1 0 0,0-1 1 0 0,-5-3 131 0 0,3 2-32 0 0,-65-26-325 0 0,0 8 101 0 0,-87-10 474 0 0,105 20-111 0 0,5 4 223 0 0,53 9-308 0 0,-23-2 100 0 0,-51 4 482 0 0,74-2-559 0 0,-31 6 578 0 0,27-6-622 0 0,3 0-8 0 0,2 0-1 0 0,0 0 4 0 0,0 0 16 0 0,0 0 4 0 0,0 0 0 0 0,0 0-1 0 0,0 0-6 0 0,0 0-5 0 0,0 0-18 0 0,-68 6 378 0 0,90 12-1114 0 0,18 6 748 0 0,60 30-65 0 0,-18-39-2713 0 0,-81-15 2136 0 0,39-3-4792 0 0,-25 2 4850 0 0,7-1-3547 0 0,-22 2 3764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7:30.323"/>
    </inkml:context>
    <inkml:brush xml:id="br0">
      <inkml:brushProperty name="width" value="0.2" units="cm"/>
      <inkml:brushProperty name="height" value="0.2" units="cm"/>
      <inkml:brushProperty name="color" value="#92FF25"/>
    </inkml:brush>
  </inkml:definitions>
  <inkml:trace contextRef="#ctx0" brushRef="#br0">100 25 164 0 0,'0'0'163'0'0,"-15"15"514"0"0,7 0 95 0 0,-30-20-396 0 0,24 8-398 0 0,12-1 25 0 0,2-2 4 0 0,0 0-3 0 0,-14 0 12 0 0,13 0-12 0 0,1 0 0 0 0,0 0 0 0 0,-4 3-35 0 0,0-3 2684 0 0,6-6-1068 0 0,-4 6-1312 0 0,2 0 44 0 0,0 0 51 0 0,0 0 65 0 0,9-1 4652 0 0,21-3-3117 0 0,33-18-249 0 0,5 1-1519 0 0,-52 18-81 0 0,10 3 18 0 0,-1 0 68 0 0,-23 0-191 0 0,36 9 439 0 0,-8 0-176 0 0,-29-9-268 0 0,0 0 5 0 0,51 27 855 0 0,-51-27-865 0 0,-1 1-8 0 0,0 1 3 0 0,0 1 2 0 0,14 0 48 0 0,-13-3-56 0 0,-1 0-6 0 0,0 0-7 0 0,0 0 9 0 0,0 1 0 0 0,2 1 1 0 0,3-2 6 0 0,-4 0-6 0 0,-1 0 4 0 0,37 6-71 0 0,-36-6 84 0 0,1 0 3 0 0,3 0-10 0 0,90-3-45 0 0,-74 0 8 0 0,18-3 70 0 0,-1 0-38 0 0,-16 3 7 0 0,-21 3-12 0 0,-1 0 2 0 0,16-3 80 0 0,-8 3-72 0 0,77-9 20 0 0,-64 6-91 0 0,-20 3 78 0 0,39-3-55 0 0,4-3 76 0 0,-43 6-40 0 0,0 0 5 0 0,4 0 7 0 0,64 0-2 0 0,-67 0-9 0 0,-2 0 3 0 0,0 0 16 0 0,0 0 3 0 0,0 0 0 0 0,0 0 8 0 0,0 0-8 0 0,0 0 4 0 0,0 0 12 0 0,0 0-4 0 0,0 0-8 0 0,0 0 13 0 0,0 0 3 0 0,0 0-21 0 0,0 0-18 0 0,0 0-13 0 0,0 0 2 0 0,0 0 10 0 0,0 0 16 0 0,0 0 2 0 0,-9 0 852 0 0,-12 6-871 0 0,20-6 27 0 0,0 0 3 0 0,-13 2-1852 0 0,-13 10-16133 0 0,22-7 19101 0 0,-2 0-1729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7:37.078"/>
    </inkml:context>
    <inkml:brush xml:id="br0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-20063.00391"/>
      <inkml:brushProperty name="anchorY" value="-10049.48535"/>
      <inkml:brushProperty name="scaleFactor" value="0.5"/>
    </inkml:brush>
  </inkml:definitions>
  <inkml:trace contextRef="#ctx0" brushRef="#br0">1 105 272 0 0,'0'0'0'0'0,"0"0"276"0"0,1 0 28 0 0,2 0-45 0 0,2 0-42 0 0,1-1-45 0 0,-1 0-29 0 0,0 0-21 0 0,0 0-17 0 0,-2 0-22 0 0,0 1-10 0 0,-1-1-17 0 0,-1 1-12 0 0,-1-1-12 0 0,0 0-12 0 0,0 1-7 0 0,0 0-9 0 0,0-1 1 0 0,-1 0-10 0 0,1 0-2 0 0,0 1 4 0 0,0 0-2 0 0,0-1 1 0 0,0 1 0 0 0,0 0 5 0 0,0 0-2 0 0,0 0 1 0 0,0 0 0 0 0,0 0 0 0 0,0 0 5 0 0,0 0-2 0 0,0 0 6 0 0,0 0 3 0 0,0 0 9 0 0,0 0 11 0 0,0 0 12 0 0,0 0 17 0 0,0 0 15 0 0,-1 0 16 0 0,-1 0 11 0 0,0 0 4 0 0,1 0 0 0 0,0 0 1 0 0,1 0 0 0 0,-2 0 0 0 0,0 0-14 0 0,0 0 4 0 0,0 0-11 0 0,-1 0 2 0 0,1 0-5 0 0,1 1-14 0 0,0 0 4 0 0,0-1-11 0 0,1 1 7 0 0,0-1-7 0 0,0 0 6 0 0,0 1 3 0 0,0-1 9 0 0,0 0-3 0 0,0 1 16 0 0,-1-1 1 0 0,-1 1 10 0 0,0-1-7 0 0,1 0 12 0 0,0 1-8 0 0,1 0 7 0 0,-1 0-11 0 0,1 0-1 0 0,0 1-1 0 0,0-1-14 0 0,0 0 0 0 0,0 0-25 0 0,0-1-12 0 0,-1 1-8 0 0,-1-1-9 0 0,1 0-8 0 0,-1 0-17 0 0,1 0 4 0 0,1 0-13 0 0,0 0-1 0 0,-1-1-10 0 0,1 1-7 0 0,0 0 2 0 0,1 1-2 0 0,-1 0 0 0 0,0-1-10 0 0,0 1 8 0 0,0 0-7 0 0,1 1 1 0 0,1-1 5 0 0,-1 1-6 0 0,1-1 11 0 0,0 1 6 0 0,0 0 3 0 0,0-1 5 0 0,0 1 4 0 0,-1 1 4 0 0,1-1-1 0 0,0 0 11 0 0,-1 0-4 0 0,2-1 2 0 0,-1 1 0 0 0,1 0-4 0 0,-2 0 10 0 0,0 0-13 0 0,0 0 9 0 0,-1 0-12 0 0,0-1 3 0 0,1 1-1 0 0,1 0 0 0 0,-1 0-4 0 0,1 1-4 0 0,-2-1 10 0 0,1 0 1 0 0,-1 0 5 0 0,2 0-5 0 0,0 0 6 0 0,1 0-2 0 0,-1 1 6 0 0,1 0-6 0 0,-1 1 1 0 0,-1-1-4 0 0,0 0 5 0 0,1 0-2 0 0,-1 0-3 0 0,1 0 0 0 0,0-1-4 0 0,1 1 5 0 0,-1 0-6 0 0,-1-1 6 0 0,1 1-6 0 0,-2-1 6 0 0,0 0-2 0 0,2 0 1 0 0,-1 1 0 0 0,1-2-4 0 0,-1 0 0 0 0,0 1 0 0 0,0-1-4 0 0,0 0 10 0 0,1 0 1 0 0,1 0 0 0 0,0 0 6 0 0,-1 0-6 0 0,0 0 2 0 0,-1 1-6 0 0,0-1 1 0 0,1 0-4 0 0,0 0 1 0 0,1 0-1 0 0,0 1 0 0 0,-1-1 0 0 0,1 1 0 0 0,0 0 4 0 0,-1-1-5 0 0,0 1 6 0 0,-1-1 3 0 0,1 0-5 0 0,1 1 2 0 0,0-1-1 0 0,0 0-5 0 0,-1 1 6 0 0,1 0-6 0 0,0-1 2 0 0,-1 1-1 0 0,1-1 0 0 0,-1 0 0 0 0,2 1 0 0 0,-1 0 0 0 0,-1 0 4 0 0,2 0-5 0 0,0 0 2 0 0,0-1-1 0 0,-1 1 4 0 0,1-1-5 0 0,-1 1 2 0 0,-1 0-1 0 0,1-1 0 0 0,0 1-5 0 0,0-1 6 0 0,0 1-1 0 0,0-1 4 0 0,0 1 0 0 0,1-1-5 0 0,0 0 2 0 0,-1 0-6 0 0,1 1 6 0 0,-1-2-1 0 0,-1 1 4 0 0,2 0 0 0 0,-2 0 14 0 0,2 0 38 0 0,-1 0 55 0 0,1 2 53 0 0,1 0 9 0 0,-1 3 51 0 0,1 0-20 0 0,-1 1-9 0 0,1-1-85 0 0,0 0-15 0 0,-1-1-1 0 0,1 0-11 0 0,-1-2 16 0 0,1 0-15 0 0,0 0 1 0 0,1-1-24 0 0,1-1-17 0 0,0 0-6 0 0,-1 0-14 0 0,1 0 6 0 0,0 0-2 0 0,1-1 0 0 0,-2 0-19 0 0,1 1-13 0 0,2-1 7 0 0,-2 1-3 0 0,0-1 0 0 0,0 1-10 0 0,0-1 32 0 0,0 1-10 0 0,1 0-6 0 0,-1-1-1 0 0,-1 1 0 0 0,2-1-1 0 0,-2 0-14 0 0,0 0-15 0 0,1 0 18 0 0,-2 0-17 0 0,1 0 6 0 0,-2 0 12 0 0,-1 0-4 0 0,0 0 34 0 0,2 0-27 0 0,-2 0 38 0 0,2 0-21 0 0,0 0 12 0 0,-1 0-12 0 0,2 0 4 0 0,-2 0-26 0 0,-1 0 12 0 0,0 0-9 0 0,2-1 6 0 0,-1 1 3 0 0,0-1-10 0 0,0 0 27 0 0,0 0-13 0 0,1 0 23 0 0,1 0-19 0 0,1 0 1 0 0,-1 0 9 0 0,0 1-17 0 0,-2-1 5 0 0,1-1-30 0 0,0 1 8 0 0,0-1 0 0 0,0 0-10 0 0,0 1 13 0 0,0-1 0 0 0,0 0 10 0 0,-1 1 2 0 0,0 0 5 0 0,2 0 0 0 0,-2 0-5 0 0,1 0-3 0 0,-1 0-4 0 0,1 0 5 0 0,0 0-15 0 0,-1 0 8 0 0,-1 0 7 0 0,1-1 2 0 0,-1 1 5 0 0,1 0 0 0 0,-1 0 4 0 0,0 0-5 0 0,-1 0-17 0 0,-1 1 14 0 0,1-1-5 0 0,0 0-4 0 0,-1 0 2 0 0,0 0 3 0 0,0 0 4 0 0,0-1-5 0 0,0 1-8 0 0,1-1 31 0 0,0 0-6 0 0,0 1-10 0 0,1-1 4 0 0,-1 0-12 0 0,1-1-1 0 0,0 1-5 0 0,0 0-23 0 0,0 0 16 0 0,0-1-6 0 0,0 1 10 0 0,0 0 2 0 0,-1-1 1 0 0,1 1 14 0 0,2-1-14 0 0,-2 1 15 0 0,0-1-9 0 0,-1 0-11 0 0,1 0 3 0 0,0 1-16 0 0,0-1 22 0 0,0 1-16 0 0,0-1 10 0 0,0 0 12 0 0,0 1-4 0 0,-1-1 2 0 0,1 0-5 0 0,-1 1 2 0 0,0-1-1 0 0,2 1-5 0 0,-2-1 11 0 0,0 0-8 0 0,0 1 12 0 0,0 0-17 0 0,0-1-5 0 0,0 1 2 0 0,-1-1-7 0 0,2 0 6 0 0,-1 0-1 0 0,1-1 18 0 0,0 1 5 0 0,0 0-10 0 0,-2-1 14 0 0,2-1-18 0 0,-1-2-5 0 0,2 0-12 0 0,-1 1 6 0 0,-1-1-2 0 0,1 1 0 0 0,0 0-5 0 0,-1 0 6 0 0,0 0 8 0 0,0 0-2 0 0,0 1 29 0 0,2-1-18 0 0,-1 1 26 0 0,-1 1-16 0 0,1-1-8 0 0,0 2 2 0 0,-1-1-12 0 0,0 2 4 0 0,-1-1-12 0 0,-1 1 13 0 0,1 1-4 0 0,0 0 5 0 0,1 0 9 0 0,1 0-7 0 0,-1-1 17 0 0,1 2-19 0 0,-1-2 20 0 0,-1 1-11 0 0,0 0-15 0 0,-1-1 9 0 0,0 0-3 0 0,0 0 4 0 0,0 0 9 0 0,0-1-2 0 0,0 1 1 0 0,1-1 0 0 0,2 0 14 0 0,0 0-18 0 0,0 0-8 0 0,1-1-3 0 0,1 1 0 0 0,-1-1-1 0 0,-1 0-10 0 0,1 0-6 0 0,-1 0 20 0 0,-1 0-2 0 0,2 0 11 0 0,0 0 7 0 0,-1 0 8 0 0,0 0-1 0 0,-1 0-4 0 0,0 0-22 0 0,-1 1 2 0 0,-1 0-2 0 0,2 0-15 0 0,-1 0 13 0 0,0 1 0 0 0,1 0 10 0 0,-2 1-2 0 0,1-1-4 0 0,-1 1 16 0 0,0 1-5 0 0,0-1 6 0 0,0 1 4 0 0,0 0 9 0 0,0 0 2 0 0,0 0-9 0 0,0 0 13 0 0,0 1 0 0 0,0 0 15 0 0,0-1 0 0 0,0 1 16 0 0,0-1-4 0 0,0 0-8 0 0,0 0-1 0 0,0 0-14 0 0,0 0 3 0 0,0 0-16 0 0,-2 0-10 0 0,1 0 2 0 0,-1 0-12 0 0,1 1 13 0 0,0 0-18 0 0,-1-1 5 0 0,0 1 2 0 0,0-1-10 0 0,-1 0 27 0 0,1 0-18 0 0,0 0 11 0 0,-1 0-2 0 0,0 0-5 0 0,1 0 11 0 0,-1 0-22 0 0,0 1 7 0 0,1 0-13 0 0,-1-1 13 0 0,1 1 0 0 0,0-1-4 0 0,0 0 6 0 0,1 0-1 0 0,1 0-5 0 0,-1 0 2 0 0,1 0-1 0 0,0 0-5 0 0,1 0 2 0 0,-1 0 8 0 0,0 0 12 0 0,0 0-8 0 0,0 0-1 0 0,0 0-4 0 0,0 0 1 0 0,-2 0-1 0 0,1 0-5 0 0,-1 0 2 0 0,1 0-11 0 0,0 0 4 0 0,-1 0-7 0 0,0 0-3 0 0,0 1-9 0 0,1 0 3 0 0,0-1 7 0 0,-1 1 2 0 0,0-1 1 0 0,0 0-14 0 0,1 0 13 0 0,0 0 0 0 0,1 0 5 0 0,-2 1 4 0 0,-1 0-14 0 0,0-1 18 0 0,0 1-25 0 0,-1-1-11 0 0,0 0-16 0 0,0 0 7 0 0,0 0-13 0 0,0 0 4 0 0,1 1 16 0 0,1 0 0 0 0,-1-1 20 0 0,-1 1-9 0 0,0-1 8 0 0,1 0-1 0 0,-1 0-5 0 0,0 0 2 0 0,0 0-11 0 0,1 0 27 0 0,-1 0-8 0 0,1 0 7 0 0,-1 0 0 0 0,1 0 0 0 0,-1 1 23 0 0,0 0-25 0 0,0-1 23 0 0,1 1-26 0 0,-2 0 36 0 0,2 0-25 0 0,-1-1-6 0 0,0 1 6 0 0,1 0-21 0 0,0 0 29 0 0,-1 0-33 0 0,0-1 34 0 0,1 0-24 0 0,1 1 25 0 0,-1-1 3 0 0,0 0-10 0 0,2 0 5 0 0,-1 0-2 0 0,0 1 9 0 0,0-1-16 0 0,-1 1 5 0 0,0-1 2 0 0,0 0 9 0 0,1 0-12 0 0,1 0 5 0 0,-1 0 12 0 0,0 0 5 0 0,1 0-5 0 0,-2 0 7 0 0,0 0 8 0 0,1 0 2 0 0,1 0-27 0 0,0 0-2 0 0,0 0 0 0 0,0 0-21 0 0,-1 0 10 0 0,0 0-3 0 0,1-1 9 0 0,0 1 12 0 0,-1-1-13 0 0,0 1 20 0 0,1-1-2 0 0,-2 1-12 0 0,1 0 13 0 0,-1 0-9 0 0,2-1 7 0 0,0 0-6 0 0,0 1-3 0 0,-1-1 1 0 0,1 0 13 0 0,-1 0 0 0 0,1 1 16 0 0,0 0 0 0 0,1-1 6 0 0,0 1 37 0 0,-1 0-29 0 0,1 0 6 0 0,1 0-1 0 0,-1 0 3 0 0,0 0 9 0 0,0 0 7 0 0,0 0 31 0 0,0 1 30 0 0,0 0 17 0 0,0-1 22 0 0,0 1-3 0 0,0 0 3 0 0,0 0-28 0 0,0 0-15 0 0,0-1-40 0 0,0 0-28 0 0,0 1-24 0 0,0-1-30 0 0,0 0 11 0 0,1 0-40 0 0,1 1 11 0 0,-1-1 0 0 0,1 1-11 0 0,0 0 3 0 0,2 1 4 0 0,-1 0 7 0 0,2 0-1 0 0,-1 0-8 0 0,0 0 16 0 0,2 0-5 0 0,0 0-12 0 0,0 0-5 0 0,2 0 5 0 0,-2 0-8 0 0,1-1 3 0 0,0 0-1 0 0,1 0-9 0 0,0-1 11 0 0,0 1-8 0 0,1-1 8 0 0,-1 0-3 0 0,1-1 10 0 0,1 0 7 0 0,1-1-10 0 0,0 1 3 0 0,0-1 4 0 0,1-1-2 0 0,-2 0-13 0 0,0 1 4 0 0,-1 0 3 0 0,1-1-7 0 0,-1 1 3 0 0,0 0-6 0 0,0-1-3 0 0,-2 2 5 0 0,0-1 3 0 0,-2 0 14 0 0,-1 1-14 0 0,2-1 15 0 0,-2 1 5 0 0,-1 0-1 0 0,-1 0 5 0 0,-1 0 0 0 0,0 1 4 0 0,-1-1 4 0 0,0 1 9 0 0,0 0-16 0 0,1 0 9 0 0,1 0 3 0 0,-1 0 3 0 0,0 0 4 0 0,0 0 18 0 0,0 0 0 0 0,-1 0 15 0 0,0 0-12 0 0,0 0-1 0 0,0 0 1 0 0,0 0-24 0 0,-1 0 11 0 0,-1 0-5 0 0,0 1 10 0 0,1 0 17 0 0,0-1 23 0 0,1 1 32 0 0,-1-1 27 0 0,1 0 42 0 0,0 1 38 0 0,-1 0 49 0 0,-1-1 10 0 0,1 1 35 0 0,-2-1-2 0 0,0 0 12 0 0,1 0-24 0 0,1 1-12 0 0,-1 0-20 0 0,2-1-15 0 0,0 1-45 0 0,-1 0-27 0 0,2 0-47 0 0,-1-1-14 0 0,0 1-15 0 0,0-1-45 0 0,0 0 6 0 0,0 1-20 0 0,0-1 4 0 0,0 1-2 0 0,0 0-28 0 0,0 1 32 0 0,0 0-16 0 0,-2 1-19 0 0,1 0 2 0 0,-1 2-7 0 0,1-1 10 0 0,0 0-22 0 0,0 1-3 0 0,1 1 10 0 0,0 0-23 0 0,0-1 25 0 0,0 1 2 0 0,0 1 9 0 0,0-1-2 0 0,0-1 16 0 0,0 1-8 0 0,0 0-26 0 0,2 0-10 0 0,-1 0-23 0 0,1 0 9 0 0,-1 0 0 0 0,0-1 4 0 0,0 1 4 0 0,-1-1 13 0 0,0 1 25 0 0,0 0-20 0 0,0 0-1 0 0,0 0-4 0 0,0-1 9 0 0,0 0-32 0 0,0-1-32 0 0,0 0-66 0 0,0 0-88 0 0,0 0-108 0 0,0 0-155 0 0,0 0-113 0 0,1 0-198 0 0,3 0-80 0 0,-1 0-128 0 0,0-2 44 0 0,-1-2 96 0 0,-1-3 132 0 0,0-1 162 0 0,0 0 151 0 0,-1 0 171 0 0,-2 2 114 0 0,1 1 86 0 0,-1 1 34 0 0,1 3-17 0 0,0 0-73 0 0,1 3-94 0 0,2 0-106 0 0,1 0-106 0 0,-1 1-66 0 0,1-1-31 0 0,-1-2-11 0 0,-2-3 2 0 0,-1-1-12 0 0,0-2 22 0 0,0 0 44 0 0,0 0 59 0 0,0 1 66 0 0,0-1 53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7:41.114"/>
    </inkml:context>
    <inkml:brush xml:id="br0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-22240.78516"/>
      <inkml:brushProperty name="anchorY" value="-11452.47949"/>
      <inkml:brushProperty name="scaleFactor" value="0.5"/>
    </inkml:brush>
  </inkml:definitions>
  <inkml:trace contextRef="#ctx0" brushRef="#br0">1 42 376 0 0,'0'0'0'0'0,"0"0"304"0"0,0 0 28 0 0,0 0-50 0 0,0-1-26 0 0,2-1-31 0 0,1 1-24 0 0,0 0-20 0 0,0 0-2 0 0,1 0-21 0 0,-1 0-5 0 0,-1 1-9 0 0,0-1-13 0 0,1 1-11 0 0,-1 0-12 0 0,-1 0-16 0 0,1 0-12 0 0,-1 0-12 0 0,-1 0-7 0 0,0 0 5 0 0,0 0 11 0 0,0 0 7 0 0,0 0 26 0 0,0 0 18 0 0,-2 0 20 0 0,1 0 15 0 0,-1 1 3 0 0,1 0 20 0 0,-2-1-14 0 0,1 1-13 0 0,0-1-11 0 0,1 1-16 0 0,-2 0-21 0 0,1 0-28 0 0,0 0-27 0 0,0 0-19 0 0,-1 0-11 0 0,1 0-19 0 0,0 0-15 0 0,1 0 3 0 0,1 1-17 0 0,1 0-1 0 0,1-1-10 0 0,-1 1 7 0 0,2 1-17 0 0,0-1 15 0 0,-1 1-1 0 0,1 0 0 0 0,0-1 6 0 0,-1 1 8 0 0,1 0 7 0 0,0 0-6 0 0,1 0 12 0 0,-1 1 1 0 0,-1 0 0 0 0,2 0 6 0 0,0-1-6 0 0,0 2 15 0 0,0-1-13 0 0,0-1 9 0 0,-1 1-3 0 0,1-1-3 0 0,-1 1 10 0 0,0-1-8 0 0,1 0 7 0 0,-2 0-6 0 0,1 1 6 0 0,0 0-11 0 0,1 0 3 0 0,0 0-1 0 0,0 0 5 0 0,0-1-11 0 0,0 1 3 0 0,0-1 4 0 0,0 1-11 0 0,1-1 13 0 0,-1 0-9 0 0,0 1 2 0 0,0 0 0 0 0,0 0 0 0 0,0-1 0 0 0,0 2 0 0 0,1-1 0 0 0,-1 0 0 0 0,1-1 5 0 0,-1 1-2 0 0,1 0 6 0 0,0 0-2 0 0,1 0-3 0 0,-1 0 5 0 0,1 1-2 0 0,0-1 11 0 0,0 0 1 0 0,1-1 5 0 0,-2 1 9 0 0,1-1-2 0 0,-1 0 5 0 0,0 0-10 0 0,0 0 13 0 0,1 0-9 0 0,0 0-7 0 0,0 0 3 0 0,0 0-12 0 0,-2 0 4 0 0,1 0 44 0 0,0 2 104 0 0,0 1 95 0 0,1 1 89 0 0,0 2 57 0 0,0 1 88 0 0,-1-1-26 0 0,-2-1-114 0 0,1-1-132 0 0,1-2-88 0 0,-1 0-37 0 0,0-1-13 0 0,0-1 43 0 0,1 0 56 0 0,0-1 42 0 0,-1 0 13 0 0,1-1 35 0 0,1 1-26 0 0,-2-1-92 0 0,1 1-57 0 0,-1-1-24 0 0,0 0-39 0 0,-1 0 52 0 0,1 0 28 0 0,0 0 77 0 0,1 0 16 0 0,0 0 21 0 0,0-1 8 0 0,-2 1-55 0 0,1 0-67 0 0,-1 0-59 0 0,0-1-18 0 0,0 1-40 0 0,1-1 6 0 0,-1 1 4 0 0,2 0-11 0 0,-1 0 3 0 0,-1 1-1 0 0,0-1 23 0 0,2 0 3 0 0,-2 1-32 0 0,2-1 39 0 0,0 0-32 0 0,0-1-9 0 0,-1 1-2 0 0,0 0-20 0 0,-1 0-4 0 0,-1-1-1 0 0,1 1 13 0 0,0-1-9 0 0,0 0 9 0 0,0 0 16 0 0,0 0 4 0 0,0 1 10 0 0,1 0 13 0 0,0-1 2 0 0,1 0-19 0 0,-1 0 12 0 0,0 0-24 0 0,1-2-16 0 0,1 1-11 0 0,1 0 6 0 0,0-1 5 0 0,-1 1 8 0 0,0-1-10 0 0,0 0 31 0 0,1 0-9 0 0,0 0 4 0 0,0 0 0 0 0,1 0-14 0 0,-1 0 4 0 0,1-1-7 0 0,1 0 7 0 0,0 1-8 0 0,1 0-6 0 0,-1 0 10 0 0,-1 0 11 0 0,1 0 16 0 0,0-1-18 0 0,1 1 7 0 0,-1-1 7 0 0,0 1-11 0 0,0-1 12 0 0,-1 0-31 0 0,0 0 4 0 0,0 0-16 0 0,-1 0 8 0 0,-1 0 1 0 0,0 0-10 0 0,0 0 26 0 0,1-1-2 0 0,-2 1 15 0 0,0 1-3 0 0,1 0-3 0 0,-1-1-3 0 0,0 1 1 0 0,-1 0-15 0 0,1 1-1 0 0,0-1 5 0 0,-1 1-3 0 0,1-1-13 0 0,-1 1 9 0 0,-1-1 10 0 0,1 0 11 0 0,-2 1 21 0 0,2-1-18 0 0,-1 1 2 0 0,-1-1 9 0 0,2 0-3 0 0,-2 1-22 0 0,2-1-8 0 0,-1 0 10 0 0,1 0-4 0 0,0 0 15 0 0,-2-1-27 0 0,2 1 31 0 0,-2-1-14 0 0,2 0 10 0 0,-1 1-3 0 0,1 0 1 0 0,0 1 19 0 0,0-1-25 0 0,-1 1 14 0 0,0-1-33 0 0,1 0 14 0 0,-2 0-34 0 0,0-1 28 0 0,2 0-10 0 0,-2 0 8 0 0,2 1 35 0 0,-1 0 0 0 0,-1-1-2 0 0,0 1-11 0 0,1 0-2 0 0,0-1 0 0 0,1 1-1 0 0,-1-1-23 0 0,-1 1-3 0 0,1-1 22 0 0,-1 1-7 0 0,0-1-6 0 0,-1 0-7 0 0,0-1 10 0 0,1 0 16 0 0,0 0-19 0 0,0-1 16 0 0,0 1-4 0 0,1 0 6 0 0,-1 0-11 0 0,-1 2-16 0 0,0-1 10 0 0,0 0 0 0 0,-1 0-20 0 0,2 0 26 0 0,-1-1-14 0 0,1-1 10 0 0,-1 1-12 0 0,0-1-30 0 0,1 1-5 0 0,0-1-52 0 0,-1 1-2 0 0,2 0-17 0 0,0 0-7 0 0,-1 0-5 0 0,-1-1 6 0 0,0 1-8 0 0,2 0-6 0 0,-2 0-4 0 0,3 0 15 0 0,-2 1 4 0 0,1-1 19 0 0,0 0 32 0 0,0 0-3 0 0,-1-1-9 0 0,1 2-6 0 0,0-1 6 0 0,1 0-30 0 0,-1 1 8 0 0,-1-1 14 0 0,0 1 24 0 0,-1 0-6 0 0,1 1 8 0 0,0 0 18 0 0,0 0 14 0 0,0 1 2 0 0,1-1 11 0 0,-1 1 21 0 0,-1-1 9 0 0,0 1 8 0 0,1 1-5 0 0,0-1 17 0 0,0 1-19 0 0,-1-1 20 0 0,0 1-20 0 0,-1-1 6 0 0,1 0-7 0 0,-1 0-3 0 0,0 1 1 0 0,1-1-1 0 0,2 0 18 0 0,0 0 0 0 0,2 0 11 0 0,-2-1-2 0 0,1 0-13 0 0,-2-1 8 0 0,-1 1-16 0 0,0 0-15 0 0,-1 0-1 0 0,0 0-11 0 0,0 0 7 0 0,0 1-2 0 0,0-1 9 0 0,1 1 7 0 0,1 1 13 0 0,-1-1 6 0 0,0 0 14 0 0,0 0-8 0 0,0 1 8 0 0,-1-1-11 0 0,0 1 4 0 0,2 0-12 0 0,0 0-1 0 0,-1 0-5 0 0,0 0 10 0 0,-1 0-8 0 0,-1 0-2 0 0,-1 0 10 0 0,1 0 6 0 0,0 0 13 0 0,2 0-22 0 0,0 0 3 0 0,1 0-6 0 0,-1 0-4 0 0,0 0 1 0 0,0 0-15 0 0,-1 0 18 0 0,0 0 8 0 0,0 0-12 0 0,0 0 6 0 0,0 0 7 0 0,0-1 12 0 0,0 0-27 0 0,-2 1 19 0 0,1 0 12 0 0,-1-1-17 0 0,2 2 6 0 0,1-1-2 0 0,0 1 14 0 0,0 0-14 0 0,0-1 6 0 0,-1 0 16 0 0,1 0-4 0 0,-1 0 6 0 0,0 0-5 0 0,0 1 6 0 0,0 0-20 0 0,0-1 24 0 0,0 1-21 0 0,0-1 1 0 0,0 0-5 0 0,0 0-13 0 0,0 0 26 0 0,0 0-36 0 0,0 0 25 0 0,0 0-18 0 0,0 0 1 0 0,0 0 4 0 0,0 0-15 0 0,0 0 18 0 0,0 0-16 0 0,0 0 6 0 0,0 0 7 0 0,0 0-2 0 0,-2 0-18 0 0,1 0 15 0 0,-1 0-5 0 0,-1 0-4 0 0,1 0 20 0 0,0 0-15 0 0,0 0 20 0 0,1 0-16 0 0,0 1 1 0 0,1 0 9 0 0,0-1-3 0 0,0 1-4 0 0,0 0-8 0 0,-1-1 12 0 0,-1 1 5 0 0,1 0-11 0 0,-1 0-9 0 0,2 1 2 0 0,-3-1 2 0 0,0 1-5 0 0,0-1-8 0 0,-2 1 7 0 0,2-1-2 0 0,-2 1 0 0 0,0-1-5 0 0,0 1 6 0 0,-1-1-15 0 0,0 1 22 0 0,0-1-2 0 0,1 1 2 0 0,-2-1 4 0 0,1 1 4 0 0,0 0 4 0 0,0-1-10 0 0,0 1-1 0 0,1 0 0 0 0,-1 0-11 0 0,0-1 4 0 0,1 1 7 0 0,1-1 2 0 0,-1 1-4 0 0,2 0 2 0 0,-1-1 13 0 0,0 1-9 0 0,0-1-10 0 0,0 1 3 0 0,1-2 2 0 0,-2 2-5 0 0,1-1-17 0 0,1-1 14 0 0,-1 1 4 0 0,1-1-6 0 0,1 1 3 0 0,-1-1 8 0 0,0 0-7 0 0,0 0 3 0 0,0-1 13 0 0,0 1-14 0 0,0 0 15 0 0,0 0 0 0 0,-1 0 1 0 0,1 0 14 0 0,1 0-14 0 0,0 0 10 0 0,-1 0-2 0 0,1 0 0 0 0,0 0-5 0 0,1 0-8 0 0,0 0 7 0 0,1 0-12 0 0,-2-1-10 0 0,0 1-3 0 0,1-1-10 0 0,0 0 3 0 0,0 0-7 0 0,0 0 11 0 0,-1 1-3 0 0,1 0 19 0 0,-1-1-4 0 0,1 0-17 0 0,0 0 10 0 0,0 0 6 0 0,0 0 12 0 0,-1 1-22 0 0,-1-1 17 0 0,0 0-5 0 0,1 0 10 0 0,-2 0-7 0 0,1 0-2 0 0,1 0 19 0 0,1 0 4 0 0,-2 0 9 0 0,-1 0-11 0 0,1 0 0 0 0,0 1-5 0 0,-1-1 1 0 0,1 0 3 0 0,1 0-19 0 0,-1 0 10 0 0,-1 0 15 0 0,0 0-9 0 0,1 1-6 0 0,1-1-11 0 0,0 1 6 0 0,0 0-2 0 0,0 0-5 0 0,0-1 11 0 0,0 0-3 0 0,-1 1 5 0 0,1 0-14 0 0,1-1 8 0 0,0 1-12 0 0,0 0-15 0 0,1 0 4 0 0,0 0-17 0 0,0 0 27 0 0,0-1-13 0 0,0 0 5 0 0,0 1 8 0 0,0 0 12 0 0,0-1 6 0 0,1 1-5 0 0,-3 0 3 0 0,0 0-1 0 0,1 0 18 0 0,0 0-4 0 0,0 0 25 0 0,0 0 22 0 0,1 0 9 0 0,0 0 5 0 0,-1 0 9 0 0,2 0-10 0 0,0 0-20 0 0,1 0-18 0 0,-1 0-16 0 0,1 0-16 0 0,-1 0-2 0 0,-1 0-10 0 0,1 0 6 0 0,-1 0-3 0 0,0 0-8 0 0,0 0 2 0 0,0 0-6 0 0,0 0 2 0 0,0 0-6 0 0,0 0-3 0 0,1 0 10 0 0,1 0-8 0 0,1 1 3 0 0,0 0 4 0 0,1-1 7 0 0,1 1-6 0 0,-1 0-2 0 0,1-1 20 0 0,-1 1-12 0 0,1 0 5 0 0,0-1-15 0 0,1 1 13 0 0,-1 0 1 0 0,3-1-15 0 0,-3 1-9 0 0,2-1 11 0 0,-1-1-9 0 0,1 1 17 0 0,0-1-28 0 0,1 0 36 0 0,-1 0-11 0 0,1 0-1 0 0,-2 0 7 0 0,0 0-26 0 0,1-1 21 0 0,-1 1-16 0 0,-1 0-5 0 0,1 0 10 0 0,0 0-3 0 0,-2 0 20 0 0,0 0-6 0 0,0 0 3 0 0,-1 0 14 0 0,-1 1-9 0 0,1-1-1 0 0,0 1 6 0 0,0 0-12 0 0,0 0-6 0 0,0 0 15 0 0,-2 0-19 0 0,2 0 15 0 0,-1-1-4 0 0,0 0 6 0 0,1 0 7 0 0,-1 0-20 0 0,2 1 21 0 0,-1-1-16 0 0,0 1-5 0 0,-2-1 1 0 0,2 1 4 0 0,1 0 3 0 0,-1 0-15 0 0,0-1 14 0 0,1 0-9 0 0,-1 1 8 0 0,1-1-3 0 0,1 0 6 0 0,-1 0 3 0 0,1 1-10 0 0,0-1 3 0 0,0 0 4 0 0,-1 0-11 0 0,-2 1 8 0 0,0-1-3 0 0,0 1 20 0 0,0 0-20 0 0,-1 0 7 0 0,0 0 3 0 0,0-1-7 0 0,0 0 3 0 0,-1 1-15 0 0,0 0 23 0 0,0-1-8 0 0,0 1 8 0 0,0 0 3 0 0,0 0-1 0 0,-1 0 1 0 0,1 0-5 0 0,0 0 7 0 0,0 0-17 0 0,0 0 5 0 0,0 0-2 0 0,0 0-9 0 0,0 0 2 0 0,0 0-6 0 0,0 0-7 0 0,0 0 10 0 0,0 0 2 0 0,2 0 4 0 0,0 0-6 0 0,-1 0 8 0 0,0 0 6 0 0,0-1-10 0 0,0 0-2 0 0,1 1 1 0 0,0 0 8 0 0,-1-1-2 0 0,0 1 1 0 0,0 0 9 0 0,0 0 7 0 0,-1 0-6 0 0,0 0-2 0 0,0 0 15 0 0,0 0 4 0 0,0 0 5 0 0,0 0-6 0 0,0 0 12 0 0,0 0 11 0 0,0 1-8 0 0,0 0 13 0 0,0-1-3 0 0,0 1 34 0 0,0-1 13 0 0,0 1 8 0 0,0 0 29 0 0,0-1-7 0 0,0 1 37 0 0,0 1-19 0 0,0 0-7 0 0,0 0-6 0 0,0 1-28 0 0,0 1-40 0 0,0-1-4 0 0,0 2-22 0 0,0 0-24 0 0,0 1 0 0 0,0 0-11 0 0,0 1-4 0 0,0-1-4 0 0,0 0-13 0 0,0 1 22 0 0,0-1-3 0 0,0 0 10 0 0,0 0 8 0 0,0 0-10 0 0,0 0 12 0 0,0 0-22 0 0,0 0 2 0 0,0-1 22 0 0,0 1-12 0 0,0-1 24 0 0,0 0-30 0 0,0 1 18 0 0,0 0-10 0 0,0 2 3 0 0,0-1-6 0 0,-2 2-12 0 0,1-1 22 0 0,-1 1 1 0 0,1 0-13 0 0,-2 0 14 0 0,1 0 1 0 0,0 0-24 0 0,1 0 2 0 0,0-1-20 0 0,-1 0 5 0 0,0 0-17 0 0,0-1 27 0 0,1-1 1 0 0,0 0 1 0 0,1-1 6 0 0,-2-1-2 0 0,0 0-22 0 0,1-1-3 0 0,-1 0-29 0 0,2 0-16 0 0,-1-1-40 0 0,1 0-70 0 0,0 0-77 0 0,0-1-78 0 0,0 1-113 0 0,0 0-70 0 0,0 0-100 0 0,0-1-47 0 0,0-1 41 0 0,0-2 36 0 0,0-1 115 0 0,0-1 102 0 0,2 0 136 0 0,-1 0 104 0 0,1 1 28 0 0,-1 0-46 0 0,0 3-133 0 0,0-1-159 0 0,-1 0-129 0 0,0-2-94 0 0,0-1-98 0 0,0-2 42 0 0,0-2 80 0 0,0 0 105 0 0,0 1 108 0 0,0 2 98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7:44.422"/>
    </inkml:context>
    <inkml:brush xml:id="br0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-24518.46289"/>
      <inkml:brushProperty name="anchorY" value="-12923.71289"/>
      <inkml:brushProperty name="scaleFactor" value="0.5"/>
    </inkml:brush>
    <inkml:brush xml:id="br1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-26512.27734"/>
      <inkml:brushProperty name="anchorY" value="-14391.65918"/>
      <inkml:brushProperty name="scaleFactor" value="0.5"/>
    </inkml:brush>
    <inkml:brush xml:id="br2">
      <inkml:brushProperty name="width" value="0.05" units="cm"/>
      <inkml:brushProperty name="height" value="0.05" units="cm"/>
      <inkml:brushProperty name="color" value="#B4C3DA"/>
      <inkml:brushProperty name="inkEffects" value="silver"/>
      <inkml:brushProperty name="anchorX" value="-27867.05273"/>
      <inkml:brushProperty name="anchorY" value="-16011.65234"/>
      <inkml:brushProperty name="scaleFactor" value="0.5"/>
    </inkml:brush>
  </inkml:definitions>
  <inkml:trace contextRef="#ctx0" brushRef="#br0">1 96 232 0 0,'0'0'0'0'0,"0"0"208"0"0,0 0-19 0 0,0 0-13 0 0,0 1-30 0 0,0 0-21 0 0,0-1-20 0 0,0 1-7 0 0,0-1-15 0 0,0 0 3 0 0,0 0-2 0 0,0 0 0 0 0,0 0 14 0 0,0 0-4 0 0,0-1 2 0 0,0 1 5 0 0,1-1-11 0 0,1 0 3 0 0,-1 0-1 0 0,1 0 0 0 0,-2 0 0 0 0,1 0 0 0 0,1 0 5 0 0,0 1-2 0 0,-1-1 6 0 0,2 1 3 0 0,-1 0 9 0 0,1 0-3 0 0,-2 0 16 0 0,0 0 10 0 0,0 0 3 0 0,-1 0-4 0 0,0 0 15 0 0,0 1-8 0 0,0 0 2 0 0,0-1 5 0 0,0 1 8 0 0,0 0-3 0 0,0 0 2 0 0,0 0-4 0 0,-2 0-9 0 0,0 0-21 0 0,1-1-23 0 0,0 1-18 0 0,0-1-21 0 0,0 1-15 0 0,-1 0-3 0 0,0-1-20 0 0,1 1 5 0 0,0 0-13 0 0,0 1-6 0 0,0 0-3 0 0,1-1-19 0 0,0 1 5 0 0,0-1-3 0 0,0 0 0 0 0,0 0 0 0 0,0-1 4 0 0,0 1 0 0 0,0-1 9 0 0,0 1-7 0 0,0 0-2 0 0,0-1 5 0 0,0 1 3 0 0,0 0 4 0 0,0 0-10 0 0,0 0 13 0 0,0-1 0 0 0,0 0-4 0 0,0 1-8 0 0,0-1 7 0 0,0 0-2 0 0,0-1 4 0 0,0 1-10 0 0,0 0 4 0 0,2 0 2 0 0,-1 0-10 0 0,1 0-1 0 0,-1 0-1 0 0,0 0 5 0 0,0 0-2 0 0,-1 1-3 0 0,0 0 5 0 0,0-1-11 0 0,0 1 3 0 0,2-1 9 0 0,-1 1-8 0 0,1 0-2 0 0,-1-1 0 0 0,0 1 10 0 0,-1 0-8 0 0,1 0-2 0 0,-1-1 10 0 0,0 1 6 0 0,0 0-2 0 0,0 0-7 0 0,0-1 7 0 0,0 1-7 0 0,0 0-3 0 0,0 0 5 0 0,0-1-6 0 0,0 1 6 0 0,0 0 8 0 0,0 0 2 0 0,0 0 0 0 0,0 0-3 0 0,0 1 10 0 0,0 0-8 0 0,1-1-7 0 0,1 1 2 0 0,-1 0-1 0 0,1 0 0 0 0,0 0 0 0 0,0 0 0 0 0,0 0 0 0 0,0 0 5 0 0,-1 0-2 0 0,-1-1 11 0 0,0 2-8 0 0,2-2 2 0 0,-1 1 0 0 0,1 1 0 0 0,-1-1-9 0 0,2 1 2 0 0,-1-1 4 0 0,1 2-6 0 0,0-1 1 0 0,0 0 0 0 0,0 1 5 0 0,1-1-2 0 0,0-1 1 0 0,-1 1 0 0 0,0-1 0 0 0,0 1 0 0 0,-1-1 0 0 0,0 0 0 0 0,1 1 0 0 0,-1-1-4 0 0,2 0 5 0 0,-1 0-6 0 0,-1 1 6 0 0,2-1-6 0 0,-2 1 6 0 0,2 0-6 0 0,-1-1-3 0 0,1 1 14 0 0,0-1-8 0 0,0 1 12 0 0,1 0-13 0 0,-1-1 18 0 0,0 0-9 0 0,-2 0-2 0 0,0-1 0 0 0,0 0-4 0 0,0 0-4 0 0,0-1 5 0 0,-1 0-2 0 0,-1 0-3 0 0,1 0 5 0 0,-1 1 3 0 0,0-1 4 0 0,0 1-10 0 0,0 0 8 0 0,0 0-3 0 0,0 0-3 0 0,0-1 0 0 0,1 1 0 0 0,1-1 5 0 0,-1 0-6 0 0,1 0 1 0 0,0 0 0 0 0,0 0 5 0 0,0 1-2 0 0,0-1-3 0 0,0 1-4 0 0,2 0 0 0 0,-1 0 5 0 0,0 1-2 0 0,1-1-3 0 0,-1-1-4 0 0,-1 2 10 0 0,2-1 1 0 0,0 0 0 0 0,-1 0-3 0 0,0 1 0 0 0,1-1 5 0 0,-1 1-2 0 0,1 0-3 0 0,-1 0 0 0 0,1-1-4 0 0,0 1 0 0 0,-2 0 0 0 0,2-1 5 0 0,0 0-2 0 0,0 1 1 0 0,0-1 0 0 0,0 1 5 0 0,-1-1-6 0 0,1 0 6 0 0,0 0-2 0 0,0 0-3 0 0,-1 0 5 0 0,1-1-11 0 0,0 1 13 0 0,0-1-9 0 0,1 0-2 0 0,-1 0 5 0 0,0 0-2 0 0,2-1-3 0 0,-2 0 5 0 0,-1 1-6 0 0,1-1 6 0 0,-1 1-6 0 0,1-1 11 0 0,0 0-8 0 0,-2 1 12 0 0,0-1-8 0 0,0 1 7 0 0,0 0-11 0 0,0-1 8 0 0,0 1-7 0 0,-2-1 1 0 0,1 1-4 0 0,0-1 0 0 0,1 1 0 0 0,1 0 0 0 0,0-1 0 0 0,-1 1 5 0 0,2 0 3 0 0,-1-1-5 0 0,-1 0 1 0 0,1 0-4 0 0,1-1 0 0 0,0 1 5 0 0,0-1-2 0 0,2 0 1 0 0,-2 1-4 0 0,2-1 10 0 0,-2 1-8 0 0,0-1-2 0 0,2 0 5 0 0,-2 1-2 0 0,0 0 6 0 0,-1-1-6 0 0,2 1 1 0 0,-1-1 0 0 0,1 0 0 0 0,-2 1 0 0 0,2-1 0 0 0,-1 1 0 0 0,0-1 0 0 0,-1 1 0 0 0,0 0 5 0 0,0 0 3 0 0,2 0-10 0 0,-2 0 8 0 0,2-1-7 0 0,-1 1 1 0 0,0-1-4 0 0,1 0 5 0 0,0 0-6 0 0,0 1 1 0 0,0 0 5 0 0,2-1 3 0 0,1 1-5 0 0,1 0-3 0 0,1 1 5 0 0,2 1-2 0 0,2-1 1 0 0,0 1 0 0 0,1-1 14 0 0,1 0-4 0 0,-2 0 7 0 0,-2 1-6 0 0,-1-1 1 0 0,-1 0-4 0 0,-1 0-4 0 0,-3 0-4 0 0,0 0 0 0 0,0-1 0 0 0,0 0 0 0 0,-1 1 0 0 0,0-1 0 0 0,-1 0 5 0 0,1 0-6 0 0,-2 0 1 0 0,0 0 0 0 0,-1 0 5 0 0,1 0-6 0 0,-1 0 1 0 0,-1 0 0 0 0,1 0 0 0 0,-2 0-4 0 0,1-1 0 0 0,-1 1 0 0 0,0-1 5 0 0,0 1-2 0 0,0-1 1 0 0,0 0-4 0 0,0 0 0 0 0,0 0 0 0 0,-1 0 0 0 0,1-1 5 0 0,0 1-6 0 0,0-1 1 0 0,0 1 5 0 0,0 0-2 0 0,2-1 1 0 0,0 0-4 0 0,-1 0 5 0 0,0 0-2 0 0,0-1 1 0 0,0 1 0 0 0,-1-1 0 0 0,0 0 10 0 0,2 0-8 0 0,0 0 12 0 0,-1 0-8 0 0,0-1 7 0 0,0 1-2 0 0,1 0 6 0 0,0-1-2 0 0,0 0 1 0 0,-1 0 0 0 0,0 0 10 0 0,0 0 1 0 0,0 0-4 0 0,1 0-3 0 0,1 1 1 0 0,0 0-1 0 0,-1 0-10 0 0,0 0 4 0 0,-1 0 2 0 0,0 0-5 0 0,-1 1-3 0 0,2 0-9 0 0,0 0 7 0 0,-1 1-7 0 0,0 0 2 0 0,-2 1 3 0 0,0-1 4 0 0,0 1-5 0 0,0-1 2 0 0,0 1-1 0 0,0-1-5 0 0,1 1-3 0 0,0-1 5 0 0,0 1 3 0 0,0-1 0 0 0,0 0 0 0 0,0 0-5 0 0,0-1 6 0 0,0 0-15 0 0,-2 0 4 0 0,1 0 2 0 0,-1 1-5 0 0,1-1 2 0 0,0 1 13 0 0,0-1-9 0 0,1 1 4 0 0,0-1-6 0 0,0 1 11 0 0,0 0-8 0 0,0 0 3 0 0,0 1 3 0 0,0-1-5 0 0,0 1 2 0 0,0 0 3 0 0,0 1 4 0 0,0-1-10 0 0,0 0 8 0 0,0 0 2 0 0,0 1-5 0 0,0-1-3 0 0,0 1-9 0 0,0 0 12 0 0,0 0-9 0 0,0 0 7 0 0,0 0-6 0 0,0 0 2 0 0,0 0-6 0 0,0 0 11 0 0,0 0-3 0 0,0 0-13 0 0,0 0 18 0 0,0-1 3 0 0,0 0 4 0 0,0 1-13 0 0,0 0 4 0 0,0-1 7 0 0,0 1-16 0 0,0 0 5 0 0,0 0-12 0 0,0-1 13 0 0,0 0 0 0 0,0 1 1 0 0,0-1 0 0 0,0 1 0 0 0,0 0 0 0 0,0 0 4 0 0,0 0-10 0 0,0 0 8 0 0,0 0-2 0 0,0 0 0 0 0,-1 0 0 0 0,-1 0-10 0 0,1 0 18 0 0,-1 0-16 0 0,1 0 6 0 0,1 0-2 0 0,-1 0 4 0 0,1 0 0 0 0,0 0-5 0 0,0 0 6 0 0,0 0-1 0 0,0-1 4 0 0,0 0-14 0 0,1 1 13 0 0,-1 0-18 0 0,-2-1 14 0 0,0 1-14 0 0,1 0-5 0 0,0 0 16 0 0,0 0-11 0 0,-1 0 4 0 0,0 0-1 0 0,0 0 4 0 0,-1 0 9 0 0,1 0-12 0 0,-1 0-5 0 0,2 1 2 0 0,0-1-2 0 0,-1 1-10 0 0,0 0 3 0 0,-1-1 9 0 0,0 1 1 0 0,-1 0 5 0 0,1 0 4 0 0,-2 0 4 0 0,0 1 4 0 0,1 0-5 0 0,-1 0-3 0 0,1 0 10 0 0,-1 0-8 0 0,0 0 2 0 0,0 1-4 0 0,0 0 5 0 0,0-1 3 0 0,0 1-5 0 0,0 0 1 0 0,-1 0 0 0 0,0 0-9 0 0,1 0-2 0 0,-1 0 4 0 0,1-1-11 0 0,-2 1 3 0 0,0-1-1 0 0,0 0 10 0 0,1 0-4 0 0,0 0-2 0 0,0 0 10 0 0,-1-1 1 0 0,2 1-9 0 0,0 0 8 0 0,-1-1-7 0 0,1 1 6 0 0,0-1 3 0 0,1 0-10 0 0,1 0 8 0 0,-1-1 7 0 0,1 2-3 0 0,0-2 2 0 0,0 1-4 0 0,0 0-4 0 0,2-1 5 0 0,0 0-11 0 0,-1 0 13 0 0,0 0-5 0 0,0 0-2 0 0,1 0 5 0 0,-1 0 3 0 0,0 0-1 0 0,0 0-3 0 0,0 0 0 0 0,2 0 0 0 0,-1 0 0 0 0,1 0-4 0 0,0 0 0 0 0,0 0 0 0 0,0 0 5 0 0,0 0-2 0 0,0 0 6 0 0,0 0-6 0 0,0 0 1 0 0,0 0 0 0 0,0 0 0 0 0,0 0 0 0 0,0 0 5 0 0,0 0-2 0 0,0 0 1 0 0,0 0-4 0 0,0 0 5 0 0,0 0-6 0 0,2 0 1 0 0,-1 0-4 0 0,1 0 0 0 0,1 0 0 0 0,-1 0 10 0 0,0 0-8 0 0,1 0 7 0 0,2 0-2 0 0,-2 0 6 0 0,1 0-11 0 0,-1 0-6 0 0,1 0 11 0 0,-1 1-5 0 0,2 0 2 0 0,-1-1-14 0 0,1 1 18 0 0,1 0 4 0 0,-2 0-11 0 0,2 0 4 0 0,-2 1-1 0 0,-1-1-4 0 0,2 1 5 0 0,-1-1-6 0 0,2 1 1 0 0,0-1 5 0 0,0 0-2 0 0,0 0 1 0 0,-1 1-4 0 0,1-1 5 0 0,-1-1-2 0 0,1 1 1 0 0,-1-1 0 0 0,1 0 5 0 0,0 1-2 0 0,-1-1 1 0 0,1-1-4 0 0,0 1 5 0 0,0 0-6 0 0,-1 0-3 0 0,1 0 5 0 0,-1 0-6 0 0,0 0 11 0 0,-1 0-8 0 0,1 0 7 0 0,-2 0-6 0 0,0 0 1 0 0,0 0 0 0 0,0 0-4 0 0,1 0 0 0 0,-1 0 5 0 0,1 0-6 0 0,-1 0 6 0 0,0 0-11 0 0,0 0 8 0 0,0 0 2 0 0,-1 0-1 0 0,0 0 6 0 0,0 0 3 0 0,0 0 4 0 0,1 0-10 0 0,0 0-1 0 0,0 0-5 0 0,-2 0-4 0 0,1 0 5 0 0,0 0 3 0 0,0 0 4 0 0,-1 0-1 0 0,0 1 6 0 0,2 0-11 0 0,-1-1 3 0 0,0 1-1 0 0,-1-1 0 0 0,0 0-9 0 0,-1 0 12 0 0,1 0-9 0 0,-1 0 2 0 0,0 0 5 0 0,0 0-2 0 0,0 0 6 0 0,-1 0-6 0 0,1 0 1 0 0,0 0 5 0 0,0 0-2 0 0,0 0-3 0 0,0 0-4 0 0,0 0 5 0 0,0 0-2 0 0,0 0 1 0 0,0 0 0 0 0,0 0 0 0 0,0 0 0 0 0,0 0-4 0 0,0 0 10 0 0,0 0-8 0 0,0 0 7 0 0,0 0-11 0 0,0 0 3 0 0,0 0-1 0 0,0 0 10 0 0,0 0 6 0 0,0 0-6 0 0,0 0-2 0 0,0 0 0 0 0,0 0 5 0 0,0 0-2 0 0,0 0 1 0 0,0 0 5 0 0,0 1 8 0 0,0 0-3 0 0,0 0 16 0 0,0 0-8 0 0,0 2 12 0 0,0-1 1 0 0,0 1 1 0 0,0 1-5 0 0,0 0-3 0 0,0 1 5 0 0,0 0-6 0 0,0 1 2 0 0,0 0-11 0 0,0 0-1 0 0,0 0 4 0 0,0 1-15 0 0,0-1 8 0 0,0 0-16 0 0,0 0 8 0 0,0 0-2 0 0,0 0 0 0 0,0 0-5 0 0,0-1-3 0 0,0-1 10 0 0,-1 1-8 0 0,-1-1 3 0 0,1 1-6 0 0,-2-1 2 0 0,0 0 3 0 0,1 0-10 0 0,0-2 8 0 0,1 0-7 0 0,1 1 6 0 0,-1 0-1 0 0,1 0 0 0 0,0 0-5 0 0,1 0 6 0 0,-3-1-6 0 0,1 0 6 0 0,-1 0-1 0 0,1 0 4 0 0,0-1-5 0 0,0 1 2 0 0,1-1-6 0 0,0 0 2 0 0,0 0-6 0 0,0 0-3 0 0,0 0 15 0 0,0 0-5 0 0,0-1-3 0 0,0 0-3 0 0,0 1 5 0 0,0-1-1 0 0,0 0-10 0 0,0 0-1 0 0,0 0-10 0 0,0 0 3 0 0,0 1-16 0 0,2-1-6 0 0,-1 1-3 0 0,1 0-10 0 0,-1 0 2 0 0,-1 1-1 0 0,-1-1 19 0 0,-1 0 13 0 0,1 1 21 0 0,0 0 19 0 0,2 0 24 0 0,0 1 15 0 0,1 0-6 0 0,-1 0-24 0 0,0 1-12 0 0,0 0-45 0 0,-1-1-22 0 0,0 1-35 0 0,0-1-26 0 0,0 1-15 0 0,-1-1-23 0 0,-1 0-24 0 0,0 0-37 0 0,1-1-24 0 0,0 0-40 0 0,0-1-24 0 0,1-1-21 0 0,0-2-12 0 0,0-1 11 0 0,0 0 4 0 0,0-1 12 0 0,0 0 8 0 0,0 0-7 0 0,-1 0-29 0 0,-1 0 9 0 0,1 2 23 0 0,-1 0 34 0 0,1 1-21 0 0</inkml:trace>
  <inkml:trace contextRef="#ctx0" brushRef="#br1" timeOffset="1490.72">593 18 244 0 0,'0'0'0'0'0,"0"0"140"0"0,-2 0-19 0 0,-1-1-8 0 0,0 0 15 0 0,-1 1-20 0 0,-2 1-13 0 0,2-1-1 0 0,0 1-10 0 0,1 0-8 0 0,1 0-4 0 0,0 1-4 0 0,0 0-4 0 0,0 0 1 0 0,1 0 4 0 0,1-1-7 0 0,-2 1 3 0 0,0-1 4 0 0,-1 0-2 0 0,0-1 11 0 0,0 1 6 0 0,0-1-2 0 0,0 0 12 0 0,0 1-8 0 0,-1 0 12 0 0,0 0-13 0 0,1 0 23 0 0,-1 0-2 0 0,-1-1 11 0 0,0 0 16 0 0,0 0 15 0 0,0 1 16 0 0,0 0-3 0 0,0-1 17 0 0,1 1 1 0 0,0 0 0 0 0,1-1-8 0 0,0 1-7 0 0,1 0-3 0 0,-1 0-24 0 0,1 0 2 0 0,0 0-31 0 0,0-1-6 0 0,1 0-14 0 0,1 1-21 0 0,0 0-19 0 0,0-1-15 0 0,0 1 1 0 0,0-1-11 0 0,0 0 2 0 0,0 1-1 0 0,2 0 14 0 0,-1-1 10 0 0,2 1 3 0 0,0-1 0 0 0,0 0-8 0 0,0 1 12 0 0,0 0-18 0 0,1-1-5 0 0,1 1-8 0 0,-1 0-8 0 0,1 1-3 0 0,0-1 0 0 0,0 0-25 0 0,0 0 12 0 0,1 0-4 0 0,0 0-14 0 0,-1 0 18 0 0,3 0-11 0 0,-2 0-1 0 0,0 0 1 0 0,0-1-6 0 0,1 1 2 0 0,0 0-6 0 0,1-1 2 0 0,-1 1 3 0 0,-1-1 4 0 0,2 0 9 0 0,-2 0-12 0 0,1 0 14 0 0,-1 0 0 0 0,1 0 0 0 0,-1 0-8 0 0,-1-1 7 0 0,1 0 2 0 0,-1 1-1 0 0,0-1 1 0 0,-1 0-4 0 0,-1 0 5 0 0,1 0-6 0 0,0-1 1 0 0,0 1-4 0 0,-1 0-4 0 0,-1-1 0 0 0,1 1 0 0 0,-1 0 0 0 0,0 1 5 0 0,-1-1-6 0 0,1 1 1 0 0,1 0 5 0 0,-2 0-6 0 0,1 0 6 0 0,-2 0-6 0 0,1 0 15 0 0,-1-1-4 0 0,0 0-2 0 0,2 1 10 0 0,-1 0-8 0 0,1-1 2 0 0,-1 1-9 0 0,0 0 12 0 0,-1 0-5 0 0,2 0 2 0 0,0 0 0 0 0,-1 0 5 0 0,2 0-2 0 0,0 0 1 0 0,-1 0-4 0 0,1 0 5 0 0,0 0-2 0 0,-1 0-3 0 0,-1 0 0 0 0,0 0 0 0 0,1 0-4 0 0,0 0 5 0 0,0 0-6 0 0,1 0 1 0 0,-1 0 0 0 0,0-1-4 0 0,0 0 5 0 0,-1 1-2 0 0,-1 0 6 0 0,0-1-2 0 0,0 1 1 0 0,0 0 0 0 0,0 0 0 0 0,0 0 5 0 0,0 0-11 0 0,0 0 8 0 0,0 0-7 0 0,0 0 1 0 0,0 0 0 0 0,0 0 14 0 0,0 0 1 0 0,0 0 14 0 0,0 0 11 0 0,0 1 8 0 0,0 0 22 0 0,1-1 9 0 0,1 1 3 0 0,0-1 20 0 0,-1 0 19 0 0,-2 0 24 0 0,0 0 23 0 0,0 0 84 0 0,0 0 64 0 0,0 1 72 0 0,2 0 67 0 0,0 0 83 0 0,0 0 59 0 0,2 2 7 0 0,0 0-17 0 0,-1 1-15 0 0,0 1-25 0 0,-1-1-65 0 0,-1 1-17 0 0,2 1-65 0 0,0-1 22 0 0,-1 1-76 0 0,1 0 1 0 0,-2 0-33 0 0,1 1-31 0 0,-1 0-50 0 0,0-1-35 0 0,0 2-19 0 0,0-2-42 0 0,0 1-28 0 0,0 0 9 0 0,0-1-30 0 0,0 0-16 0 0,0 1-11 0 0,0-1 15 0 0,0 0-6 0 0,0 0-7 0 0,0 0 12 0 0,-2 0-14 0 0,1 0 14 0 0,-1 1-14 0 0,1 0 4 0 0,0-1 13 0 0,-1 1-27 0 0,0-1 8 0 0,0 0-21 0 0,-1-1-5 0 0,1 1-23 0 0,0-1-13 0 0,0-1-3 0 0,1 1 3 0 0,-1-1 8 0 0,0 1-12 0 0,1 1 4 0 0,-2-2-1 0 0,1 1 19 0 0,-1 0-15 0 0,2-1 5 0 0,0 0 9 0 0,-1 0-4 0 0,0-1 2 0 0,0 1-18 0 0,1-1 4 0 0,0 0-25 0 0,1 1 11 0 0,0-1-9 0 0,-1-1 15 0 0,0 1 6 0 0,-1-1 17 0 0,-1 1-4 0 0,1 0 13 0 0,-1-1-8 0 0,1 1-2 0 0,1-1 0 0 0,0 0-9 0 0,1 0 2 0 0,0 0-1 0 0,-2 0 0 0 0,1-1 0 0 0,0 0 0 0 0,-1 0 10 0 0,1 0-13 0 0,1 0 4 0 0,0 0 9 0 0,0 0 1 0 0,-1 0-14 0 0,2-1-9 0 0,-1 1 7 0 0,0-1-13 0 0,0 0 22 0 0,0 0-16 0 0,0 1-9 0 0,0 0-1 0 0,0-1 12 0 0,-2 0 1 0 0,1 1-9 0 0,-1-1-1 0 0,1 0 4 0 0,0 0 17 0 0,0 0-5 0 0,1 0 3 0 0,0 0 0 0 0,0 0-9 0 0,0 0 2 0 0,0 0 9 0 0,0 0-4 0 0,0 0 12 0 0,2 0-4 0 0,-1 0-7 0 0,1 0 35 0 0,-1 0-34 0 0,0 0 2 0 0,0 0-10 0 0,-1 0 11 0 0,0 0-5 0 0,0 0 2 0 0,0 0 0 0 0,0 0 0 0 0,0 0 19 0 0,0 0-24 0 0,0 0-2 0 0,0 0-14 0 0,0 0 17 0 0,-2 0-6 0 0,1 0-7 0 0,-1 0-2 0 0,1 0 4 0 0,0 0 17 0 0,0 0-14 0 0,1 0 5 0 0,0 0 9 0 0,0 0-4 0 0,0 0 12 0 0,0 0-13 0 0,0 0 14 0 0,0 0-23 0 0,0 0-8 0 0,0 0-44 0 0,0 0-97 0 0,0 1-134 0 0,0 0-279 0 0,0 1-274 0 0,0 0-522 0 0,0 1-225 0 0,0-1 137 0 0,0-1 253 0 0,0-1 285 0 0,0 0 163 0 0,0-1 78 0 0,0 1 34 0 0,0 0-18 0 0,0-1-55 0 0,-1-1-101 0 0,-1-2 33 0 0,0-1 97 0 0,1 1 127 0 0,0 1 125 0 0,1 0 110 0 0</inkml:trace>
  <inkml:trace contextRef="#ctx0" brushRef="#br2" timeOffset="2949.82">593 63 124 0 0,'0'0'0'0'0,"0"0"220"0"0,0-2 19 0 0,0 1-29 0 0,1 0 140 0 0,1-1-288 0 0,-1 1 66 0 0,1 0-52 0 0,-1 0-6 0 0,-1-1-6 0 0,1 1 6 0 0,-1-1 2 0 0,0 1 13 0 0,0-1-7 0 0,0 1 16 0 0,0-1-8 0 0,0 1 2 0 0,0-1 0 0 0,-1 1-4 0 0,1 0-9 0 0,0 0 2 0 0,0-1-1 0 0,0 1 10 0 0,-1 1 1 0 0,-1-1 10 0 0,1 1 11 0 0,-1 0 8 0 0,2 0 8 0 0,-1 0 3 0 0,1 0 10 0 0,-1 0-7 0 0,1 0-2 0 0,1 0 10 0 0,-1 0-13 0 0,0 1-5 0 0,0 0-8 0 0,0 1 1 0 0,-2 1 4 0 0,1 1-2 0 0,1 0 11 0 0,0 1 1 0 0,1 2 0 0 0,-1 0 1 0 0,1 0 0 0 0,-1 1-14 0 0,2 1-14 0 0,0-1-7 0 0,0 2-27 0 0,-1-1 1 0 0,0 1-30 0 0,-1-1-21 0 0,1 0-10 0 0,0 0-10 0 0,2-1-12 0 0,1 1-3 0 0,-2 0-5 0 0,1-1 15 0 0,0 1-19 0 0,-1-1 6 0 0,0-1 7 0 0,1-1-17 0 0,-1 0 6 0 0,2-1-6 0 0,-1 1 5 0 0,0 0 3 0 0,-2-1-1 0 0,2 0 11 0 0,-1 1 1 0 0,2-2 5 0 0,-1 1 9 0 0,-1 0 2 0 0,0-1-4 0 0,-1-1 6 0 0,1 0-6 0 0,0 0 1 0 0,0-1 0 0 0,-1 0-4 0 0,0-1 0 0 0,-1 1 0 0 0,0-1 5 0 0,0 0-2 0 0,0 0 1 0 0,0 0-4 0 0,0 0 0 0 0,2 0 0 0 0,-1 0-4 0 0,1 0-4 0 0,-1 0 5 0 0,0 0-2 0 0,0 1 11 0 0,-1-1-4 0 0,0 0 2 0 0,0-1 10 0 0,0 1 1 0 0,0-1-4 0 0,0 0 1 0 0,0 0 0 0 0,0 0 10 0 0,0 0-8 0 0,0 0-7 0 0,0 0 16 0 0,0 0-9 0 0,0 0 7 0 0,0 0-6 0 0,0 0-13 0 0,0 0 9 0 0,0 0-13 0 0,0 0-1 0 0,0 0 4 0 0,0 0-6 0 0,0-1 11 0 0,-2 0-8 0 0,1 1-2 0 0,-1-1-4 0 0,1-1-9 0 0,0 0 7 0 0,-1 0-7 0 0,0-2 11 0 0,-2 1 1 0 0,0-1 10 0 0,0 0-7 0 0,-1-1 2 0 0,1 0 5 0 0,-1-1-2 0 0,1 0 1 0 0,0-1-4 0 0,0 1 5 0 0,0 0-2 0 0,-1 0 6 0 0,1 1-6 0 0,-1 0-3 0 0,0 0 5 0 0,-2 0-2 0 0,2-2 1 0 0,-1 1 0 0 0,1-1 0 0 0,0-1 0 0 0,-1 0 0 0 0,2 1 0 0 0,0 0 0 0 0,-1 0 0 0 0,0 0 5 0 0,0 1-2 0 0,0-1 1 0 0,0 0 0 0 0,2 1 5 0 0,-1 1-6 0 0,0-1 1 0 0,2 1 5 0 0,-1 1-2 0 0,1 0 6 0 0,-2 1-6 0 0,1 1 1 0 0,1 0 5 0 0,0 0-16 0 0,1 0 10 0 0,0 2-4 0 0,1-1 1 0 0,0 1 5 0 0,0 0 3 0 0,0 0 4 0 0,0 0 4 0 0,0 0-1 0 0,0 0 6 0 0,0 0-6 0 0,1 0 2 0 0,-1 0-6 0 0,0 0 6 0 0,0 0-11 0 0,1 0 4 0 0,1 0-12 0 0,1 0 4 0 0,1 0 7 0 0,0 0-7 0 0,3 0 3 0 0,0 0-1 0 0,1 0 4 0 0,0 1 4 0 0,2 0-14 0 0,0 1 8 0 0,-1 0-2 0 0,2 1-10 0 0,0 1-6 0 0,-1-1-17 0 0,0 0-10 0 0,1 1-27 0 0,-1-1-23 0 0,-1 1-23 0 0,0-1-19 0 0,-1 1-21 0 0,0 0-1 0 0,-1-1-12 0 0,-1 2 2 0 0,0-1-1 0 0,-1-1 5 0 0,0 2 12 0 0,-2-1 7 0 0,1 1 8 0 0,0 0-2 0 0,0-1-7 0 0,-1 1-21 0 0,0-1-13 0 0,0 0-31 0 0,0 1-12 0 0,0-1-14 0 0,0 0 2 0 0,0 1-11 0 0,-1 0 7 0 0,-1-1-12 0 0,-1-1-34 0 0,1 0-33 0 0,-1-2-2 0 0,-1 0 24 0 0,3 0 19 0 0,-1 0 61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4-29T11:18:50.1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491 7 256 0 0,'0'0'251'0'0,"14"-6"1378"0"0,-36 24 1653 0 0,38 9-3298 0 0,-10 44-138 0 0,2-12 195 0 0,7-15 184 0 0,-6-8 122 0 0,-10 33 2421 0 0,9-30-2155 0 0,7 7 3239 0 0,-6-10-2781 0 0,-1 68 1110 0 0,-8 71 541 0 0,7-106-2178 0 0,-14 108-130 0 0,-1-162-414 0 0,0 72 645 0 0,1-42 373 0 0,7-45-920 0 0,0 0 10 0 0,0 0 3 0 0,-7-27 1689 0 0,5-27-1804 0 0,-5-87-4 0 0,15 75-118 0 0,-8-12 198 0 0,-8 26 2 0 0,-7 5-84 0 0,7 6 38 0 0,0 15-144 0 0,8-121 298 0 0,-7 91-42 0 0,-1-3-207 0 0,0-9-23 0 0,16 41 1 0 0,0-8-73 0 0,-1-9 426 0 0,-7-43-246 0 0,16 61-34 0 0,-16 26-11 0 0,0 157 1238 0 0,7 41-1095 0 0,-7-4 16 0 0,8-112-16 0 0,-8 25-48 0 0,1-79-4 0 0,6 44-112 0 0,-7-6 228 0 0,8-30-98 0 0,-10-25 20 0 0,4-10-73 0 0,-10 18 730 0 0,9-10-398 0 0,6 15 115 0 0,-1-13-109 0 0,-12-2-1301 0 0,0-6-2858 0 0,5 14-10015 0 0,7-27 9042 0 0,-10-24 2348 0 0,1 16 1043 0 0,3 6 843 0 0</inkml:trace>
  <inkml:trace contextRef="#ctx0" brushRef="#br0" timeOffset="2952.24">6 88 192 0 0,'1'14'1311'0'0,"7"-5"-371"0"0,-2-5-735 0 0,-9-3 1812 0 0,-9-14-1236 0 0,11 3-736 0 0,4 20 4660 0 0,-11-16 286 0 0,12-4-2458 0 0,-2 5-1668 0 0,-2 5-768 0 0,0 0-14 0 0,31-7 780 0 0,54-5 415 0 0,14-20-732 0 0,-97 32-534 0 0,5 0-10 0 0,0 0-4 0 0,116 3 469 0 0,-30-12-318 0 0,-32 12-108 0 0,62-12 68 0 0,-38 6-192 0 0,38 3 154 0 0,6 15 3 0 0,-127-15-84 0 0,7 0-54 0 0,43 6 30 0 0,-98-12 6203 0 0,-39 18-5467 0 0,-130 38-870 0 0,84-10 196 0 0,-123-1 206 0 0,185-51-134 0 0,31 11-116 0 0,16-2 4 0 0,19 2 18 0 0,-10-2 6 0 0,-3 2-60 0 0,9-2 134 0 0,6 3-94 0 0,1 0-13 0 0,0 0 9 0 0,0 0 22 0 0,0 0 7 0 0,-1 0 16 0 0,-38-12 462 0 0,116 3-38 0 0,-25 7-402 0 0,24-5-52 0 0,51-2-126 0 0,-3 12 56 0 0,-118-1 67 0 0,41 5 67 0 0,10 1-34 0 0,8-10 58 0 0,-17-1-55 0 0,22-7-26 0 0,-17 11 2 0 0,-30-4-994 0 0,-23 11-12257 0 0,0 11 3305 0 0,1-7 4819 0 0,5-3 4460 0 0</inkml:trace>
  <inkml:trace contextRef="#ctx0" brushRef="#br0" timeOffset="4913.42">914 1289 216 0 0,'-9'14'750'0'0,"1"-6"238"0"0,-1-6-503 0 0,4-4 1906 0 0,5-1-3347 0 0,-3 1 7171 0 0,0-2 7597 0 0,5 1-12359 0 0,1-1-3360 0 0,91-122 2462 0 0,-56 63-529 0 0,30-29-243 0 0,-62 83 131 0 0,-6 10 117 0 0,0-1-1 0 0,0 0 1 0 0,0 1-1 0 0,1-1 1 0 0,-1 0 0 0 0,0 0-1 0 0,0 1 1 0 0,0-1-1 0 0,0 0 1 0 0,0 1-1 0 0,1-1 1 0 0,-1 0 0 0 0,0 0-1 0 0,0 0 1 0 0,1 1-1 0 0,-1-1 1 0 0,0 0-1 0 0,0 0 1 0 0,1 0 0 0 0,-1 0-1 0 0,0 1 1 0 0,0-1-1 0 0,1 0 1 0 0,-1 0-1 0 0,0 0 1 0 0,1 0 0 0 0,-1 0-1 0 0,0 0 1 0 0,1 0-1 0 0,-1 0 1 0 0,0 0-1 0 0,0 0 1 0 0,1 0 0 0 0,-1 0-1 0 0,0 0 1 0 0,1 0-1 0 0,-1 0 1 0 0,0 0-1 0 0,1 0 1 0 0,-1-1-1 0 0,0 1 1 0 0,0 0 0 0 0,1 0-31 0 0,15 40 352 0 0,20 67-190 0 0,-13-5-123 0 0,-15-27 234 0 0,-5-16 183 0 0,-5-22-304 0 0,6 9 262 0 0,0 22 158 0 0,-4-67-553 0 0,0-1 19 0 0,0 0 10 0 0,0 0-4 0 0,0 0 8 0 0,0 0 9 0 0,0 0-12 0 0,0 0 5 0 0,0 0-18 0 0,0 0-3 0 0,0 0-16 0 0,0 0-5 0 0,0-1 1 0 0,0-1-13 0 0,0 2-8 0 0,0 0 20 0 0,0 0 11 0 0,0 0 5 0 0,0 0-1 0 0,-4-47 264 0 0,0-9-465 0 0,4 26 194 0 0,0-93-172 0 0,8 63-44 0 0,-4 28 157 0 0,0-4-2979 0 0,-4 35 1505 0 0,2 4-7176 0 0,2 8 2663 0 0,-18-6 460 0 0,-3 10 3307 0 0,11-4 1750 0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434999" cy="355203"/>
          </a:xfrm>
          <a:prstGeom prst="rect">
            <a:avLst/>
          </a:prstGeom>
        </p:spPr>
        <p:txBody>
          <a:bodyPr vert="horz" lIns="95491" tIns="47745" rIns="95491" bIns="47745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797248" y="1"/>
            <a:ext cx="4434999" cy="355203"/>
          </a:xfrm>
          <a:prstGeom prst="rect">
            <a:avLst/>
          </a:prstGeom>
        </p:spPr>
        <p:txBody>
          <a:bodyPr vert="horz" lIns="95491" tIns="47745" rIns="95491" bIns="47745" rtlCol="0"/>
          <a:lstStyle>
            <a:lvl1pPr algn="r">
              <a:defRPr sz="1300"/>
            </a:lvl1pPr>
          </a:lstStyle>
          <a:p>
            <a:fld id="{4007A66C-EE28-4ADD-A611-42716BED3A40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31813"/>
            <a:ext cx="3551237" cy="26638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91" tIns="47745" rIns="95491" bIns="47745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023464" y="3374431"/>
            <a:ext cx="8187689" cy="3196827"/>
          </a:xfrm>
          <a:prstGeom prst="rect">
            <a:avLst/>
          </a:prstGeom>
        </p:spPr>
        <p:txBody>
          <a:bodyPr vert="horz" lIns="95491" tIns="47745" rIns="95491" bIns="47745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747629"/>
            <a:ext cx="4434999" cy="355203"/>
          </a:xfrm>
          <a:prstGeom prst="rect">
            <a:avLst/>
          </a:prstGeom>
        </p:spPr>
        <p:txBody>
          <a:bodyPr vert="horz" lIns="95491" tIns="47745" rIns="95491" bIns="47745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797248" y="6747629"/>
            <a:ext cx="4434999" cy="355203"/>
          </a:xfrm>
          <a:prstGeom prst="rect">
            <a:avLst/>
          </a:prstGeom>
        </p:spPr>
        <p:txBody>
          <a:bodyPr vert="horz" lIns="95491" tIns="47745" rIns="95491" bIns="47745" rtlCol="0" anchor="b"/>
          <a:lstStyle>
            <a:lvl1pPr algn="r">
              <a:defRPr sz="1300"/>
            </a:lvl1pPr>
          </a:lstStyle>
          <a:p>
            <a:fld id="{6D176CDC-8D0E-409F-856B-BAE38288A8E4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0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Relationship Id="rId3" Type="http://schemas.openxmlformats.org/officeDocument/2006/relationships/hyperlink" Target="https://pingo.coactum.de/events/301541/surveys/67fccf7890ae7e0001679b41" TargetMode="Externa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Relationship Id="rId3" Type="http://schemas.openxmlformats.org/officeDocument/2006/relationships/hyperlink" Target="http://www.dict.cc/englisch-deutsch/to+dispatch.html" TargetMode="Externa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Relationship Id="rId3" Type="http://schemas.openxmlformats.org/officeDocument/2006/relationships/hyperlink" Target="http://en.wikipedia.org/wiki/Green_threads" TargetMode="Externa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Relationship Id="rId3" Type="http://schemas.openxmlformats.org/officeDocument/2006/relationships/hyperlink" Target="https://pixabay.com/users/Janson_G-5907103/?utm_source=link-attribution&amp;utm_medium=referral&amp;utm_campaign=image&amp;utm_content=2775971" TargetMode="External"/><Relationship Id="rId4" Type="http://schemas.openxmlformats.org/officeDocument/2006/relationships/hyperlink" Target="https://pixabay.com/?utm_source=link-attribution&amp;utm_medium=referral&amp;utm_campaign=image&amp;utm_content=2775971" TargetMode="Externa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Relationship Id="rId3" Type="http://schemas.openxmlformats.org/officeDocument/2006/relationships/hyperlink" Target="http://stackoverflow.com/questions/807506/threads-vs-processes-in-linux" TargetMode="Externa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>
                <a:hlinkClick r:id="rId3"/>
              </a:rPr>
              <a:t>[Gen MC4]: Was ist richtig/besser? (Optionen auf der Folie) [301541] – PINGO</a:t>
            </a: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https://pingo.coactum.de/events/301541/surveys/67fccf7890ae7e0001679b41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Kann ein </a:t>
            </a:r>
            <a:r>
              <a:rPr lang="de-DE" b="1" dirty="0" err="1"/>
              <a:t>Kindprozess</a:t>
            </a:r>
            <a:r>
              <a:rPr lang="de-DE" b="1" dirty="0"/>
              <a:t> nach seiner Erzeugung unabhängig vom Elternprozess weiterlaufen?</a:t>
            </a:r>
            <a:br>
              <a:rPr lang="de-DE" dirty="0"/>
            </a:br>
            <a:r>
              <a:rPr lang="de-DE" dirty="0"/>
              <a:t>→ Ja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>
              <a:buFont typeface="+mj-lt"/>
              <a:buAutoNum type="arabicPeriod"/>
            </a:pPr>
            <a:r>
              <a:rPr lang="de-DE" b="1" dirty="0"/>
              <a:t>Ersetzt der Systemaufruf </a:t>
            </a:r>
            <a:r>
              <a:rPr lang="de-DE" b="1" dirty="0" err="1"/>
              <a:t>exec</a:t>
            </a:r>
            <a:r>
              <a:rPr lang="de-DE" b="1" dirty="0"/>
              <a:t>() den aktuellen Prozesskontext durch einen neuen, ohne die Prozess-ID zu ändern?</a:t>
            </a:r>
            <a:br>
              <a:rPr lang="de-DE" dirty="0"/>
            </a:br>
            <a:r>
              <a:rPr lang="de-DE" dirty="0"/>
              <a:t>→ </a:t>
            </a:r>
            <a:r>
              <a:rPr lang="de-DE" b="1" dirty="0"/>
              <a:t>Ja</a:t>
            </a:r>
            <a:endParaRPr lang="de-DE" dirty="0"/>
          </a:p>
          <a:p>
            <a:pPr>
              <a:buFont typeface="+mj-lt"/>
              <a:buAutoNum type="arabicPeriod" startAt="2"/>
            </a:pPr>
            <a:r>
              <a:rPr lang="de-DE" b="1" dirty="0"/>
              <a:t>Kann ein Prozess mehr als einen Elternprozess haben?</a:t>
            </a:r>
            <a:br>
              <a:rPr lang="de-DE" dirty="0"/>
            </a:br>
            <a:r>
              <a:rPr lang="de-DE" dirty="0"/>
              <a:t>→ </a:t>
            </a:r>
            <a:r>
              <a:rPr lang="de-DE" b="1" dirty="0"/>
              <a:t>Nein</a:t>
            </a:r>
            <a:br>
              <a:rPr lang="de-DE" dirty="0"/>
            </a:br>
            <a:r>
              <a:rPr lang="de-DE" dirty="0"/>
              <a:t>(</a:t>
            </a:r>
            <a:r>
              <a:rPr lang="de-DE" i="1" dirty="0"/>
              <a:t>Ein Prozess hat genau einen Elternprozess, außer im Fall spezieller </a:t>
            </a:r>
            <a:r>
              <a:rPr lang="de-DE" i="1" dirty="0" err="1"/>
              <a:t>Systemkonstrukte</a:t>
            </a:r>
            <a:r>
              <a:rPr lang="de-DE" i="1" dirty="0"/>
              <a:t> wie Threads.</a:t>
            </a:r>
            <a:r>
              <a:rPr lang="de-DE" dirty="0"/>
              <a:t>)</a:t>
            </a:r>
          </a:p>
          <a:p>
            <a:pPr>
              <a:buFont typeface="+mj-lt"/>
              <a:buAutoNum type="arabicPeriod" startAt="3"/>
            </a:pPr>
            <a:r>
              <a:rPr lang="de-DE" b="1" dirty="0"/>
              <a:t>Wird ein Zombie-Prozess automatisch vom Betriebssystem entfernt, sobald er entsteht?</a:t>
            </a:r>
            <a:br>
              <a:rPr lang="de-DE" dirty="0"/>
            </a:br>
            <a:r>
              <a:rPr lang="de-DE" dirty="0"/>
              <a:t>→ </a:t>
            </a:r>
            <a:r>
              <a:rPr lang="de-DE" b="1" dirty="0"/>
              <a:t>Nein</a:t>
            </a:r>
            <a:br>
              <a:rPr lang="de-DE" dirty="0"/>
            </a:br>
            <a:r>
              <a:rPr lang="de-DE" dirty="0"/>
              <a:t>(</a:t>
            </a:r>
            <a:r>
              <a:rPr lang="de-DE" i="1" dirty="0"/>
              <a:t>Ein Zombie-Prozess bleibt bestehen, bis der Elternprozess ihn mit </a:t>
            </a:r>
            <a:r>
              <a:rPr lang="de-DE" i="1" dirty="0" err="1"/>
              <a:t>wait</a:t>
            </a:r>
            <a:r>
              <a:rPr lang="de-DE" i="1" dirty="0"/>
              <a:t>() oder </a:t>
            </a:r>
            <a:r>
              <a:rPr lang="de-DE" i="1" dirty="0" err="1"/>
              <a:t>waitpid</a:t>
            </a:r>
            <a:r>
              <a:rPr lang="de-DE" i="1" dirty="0"/>
              <a:t>() einsammelt.</a:t>
            </a:r>
            <a:r>
              <a:rPr lang="de-DE" dirty="0"/>
              <a:t>)</a:t>
            </a:r>
          </a:p>
          <a:p>
            <a:pPr>
              <a:buFont typeface="+mj-lt"/>
              <a:buAutoNum type="arabicPeriod" startAt="4"/>
            </a:pPr>
            <a:r>
              <a:rPr lang="de-DE" b="1" dirty="0"/>
              <a:t>Kann ein Prozess mithilfe des Systemaufrufs kill() auch sich selbst beenden?</a:t>
            </a:r>
            <a:br>
              <a:rPr lang="de-DE" dirty="0"/>
            </a:br>
            <a:r>
              <a:rPr lang="de-DE" dirty="0"/>
              <a:t>→ </a:t>
            </a:r>
            <a:r>
              <a:rPr lang="de-DE" b="1" dirty="0"/>
              <a:t>Ja</a:t>
            </a:r>
            <a:br>
              <a:rPr lang="de-DE" dirty="0"/>
            </a:br>
            <a:r>
              <a:rPr lang="de-DE" dirty="0"/>
              <a:t>(</a:t>
            </a:r>
            <a:r>
              <a:rPr lang="de-DE" i="1" dirty="0"/>
              <a:t>Ein Prozess kann sich selbst mit einem entsprechenden Signal beenden, z. B. kill(</a:t>
            </a:r>
            <a:r>
              <a:rPr lang="de-DE" i="1" dirty="0" err="1"/>
              <a:t>getpid</a:t>
            </a:r>
            <a:r>
              <a:rPr lang="de-DE" i="1" dirty="0"/>
              <a:t>(), SIGTERM).</a:t>
            </a:r>
            <a:r>
              <a:rPr lang="de-DE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087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das gibt es wirklich in Frankreich, </a:t>
            </a:r>
            <a:r>
              <a:rPr lang="de-DE" dirty="0" err="1"/>
              <a:t>mon</a:t>
            </a:r>
            <a:r>
              <a:rPr lang="de-DE" dirty="0"/>
              <a:t> </a:t>
            </a:r>
            <a:r>
              <a:rPr lang="de-DE" dirty="0" err="1"/>
              <a:t>Dieu</a:t>
            </a:r>
            <a:r>
              <a:rPr lang="de-DE" dirty="0"/>
              <a:t>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71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76CDC-8D0E-409F-856B-BAE38288A8E4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22337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Bild: Stallings,</a:t>
            </a:r>
            <a:r>
              <a:rPr lang="de-DE" baseline="0" dirty="0"/>
              <a:t> Kap. 3, Fig. 3.7</a:t>
            </a:r>
          </a:p>
          <a:p>
            <a:r>
              <a:rPr lang="de-DE" baseline="0" dirty="0"/>
              <a:t>to dispatch: </a:t>
            </a:r>
            <a:r>
              <a:rPr lang="de-DE" dirty="0">
                <a:hlinkClick r:id="rId3"/>
              </a:rPr>
              <a:t>http://www.dict.cc/englisch-deutsch/to+dispatch.html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004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56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396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430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367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11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14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 Die Verwaltung der Threads kann entweder in dem </a:t>
            </a:r>
            <a:r>
              <a:rPr lang="de-DE" b="1" dirty="0">
                <a:solidFill>
                  <a:srgbClr val="FF0000"/>
                </a:solidFill>
              </a:rPr>
              <a:t>Benutzerraum</a:t>
            </a:r>
            <a:r>
              <a:rPr lang="de-DE" dirty="0"/>
              <a:t> (</a:t>
            </a:r>
            <a:r>
              <a:rPr lang="de-DE" b="1" dirty="0" err="1">
                <a:solidFill>
                  <a:srgbClr val="FF0000"/>
                </a:solidFill>
              </a:rPr>
              <a:t>user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space</a:t>
            </a:r>
            <a:r>
              <a:rPr lang="de-DE" dirty="0"/>
              <a:t>) oder in dem Kern des BS (</a:t>
            </a:r>
            <a:r>
              <a:rPr lang="de-DE" b="1" dirty="0" err="1">
                <a:solidFill>
                  <a:srgbClr val="FF0000"/>
                </a:solidFill>
              </a:rPr>
              <a:t>kernel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b="1" dirty="0" err="1">
                <a:solidFill>
                  <a:srgbClr val="FF0000"/>
                </a:solidFill>
              </a:rPr>
              <a:t>space</a:t>
            </a:r>
            <a:r>
              <a:rPr lang="de-DE" dirty="0"/>
              <a:t>) stattfinden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911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Zeichne das „Untertauchen“ in den Kernel bei Kernel-Threads vs. „</a:t>
            </a:r>
            <a:r>
              <a:rPr lang="de-DE" dirty="0" err="1"/>
              <a:t>Obefläche</a:t>
            </a:r>
            <a:r>
              <a:rPr lang="de-DE" dirty="0"/>
              <a:t>“ bei „</a:t>
            </a:r>
            <a:r>
              <a:rPr lang="de-DE" dirty="0" err="1"/>
              <a:t>green</a:t>
            </a:r>
            <a:r>
              <a:rPr lang="de-DE" dirty="0"/>
              <a:t> </a:t>
            </a:r>
            <a:r>
              <a:rPr lang="de-DE" dirty="0" err="1"/>
              <a:t>threads</a:t>
            </a:r>
            <a:r>
              <a:rPr lang="de-DE" dirty="0"/>
              <a:t>“</a:t>
            </a:r>
          </a:p>
          <a:p>
            <a:pPr lvl="1"/>
            <a:r>
              <a:rPr lang="de-DE" dirty="0"/>
              <a:t>Ähnlich dem Video zu IPC in </a:t>
            </a:r>
            <a:r>
              <a:rPr lang="de-DE" dirty="0" err="1"/>
              <a:t>Udacity</a:t>
            </a:r>
            <a:r>
              <a:rPr lang="de-DE" dirty="0"/>
              <a:t>-Kurs</a:t>
            </a:r>
          </a:p>
          <a:p>
            <a:r>
              <a:rPr lang="de-DE" dirty="0"/>
              <a:t>Gag:</a:t>
            </a:r>
          </a:p>
          <a:p>
            <a:pPr lvl="1"/>
            <a:r>
              <a:rPr lang="de-DE" dirty="0"/>
              <a:t>Grenze zum BS als sich bewegende Welle, mit Haien und Fischen </a:t>
            </a:r>
            <a:r>
              <a:rPr lang="de-DE" dirty="0">
                <a:sym typeface="Wingdings" panose="05000000000000000000" pitchFamily="2" charset="2"/>
              </a:rPr>
              <a:t></a:t>
            </a: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366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Warum?</a:t>
            </a:r>
          </a:p>
          <a:p>
            <a:r>
              <a:rPr lang="de-DE" dirty="0"/>
              <a:t>Da</a:t>
            </a:r>
            <a:r>
              <a:rPr lang="de-DE" baseline="0" dirty="0"/>
              <a:t> bei einer I/O ein Systemaufruf passiert, der ggf. blockiert (=&gt; Prozess kommt in „</a:t>
            </a:r>
            <a:r>
              <a:rPr lang="de-DE" baseline="0" dirty="0" err="1"/>
              <a:t>waiting</a:t>
            </a:r>
            <a:r>
              <a:rPr lang="de-DE" baseline="0" dirty="0"/>
              <a:t>“). Da das BS nicht weiß, dass Prozess viele Threads hat, blockiert es den gesamten Prozess (und kann auch nicht anders)</a:t>
            </a:r>
          </a:p>
          <a:p>
            <a:endParaRPr lang="de-DE" baseline="0" dirty="0"/>
          </a:p>
          <a:p>
            <a:r>
              <a:rPr lang="de-DE" dirty="0"/>
              <a:t>Wenn sie in einer Virtuellen Maschine implementiert sind (wie z.B. die alte Java 1.1 unter Solaris), nennt man sie die </a:t>
            </a:r>
            <a:r>
              <a:rPr lang="de-DE" b="1" dirty="0">
                <a:solidFill>
                  <a:srgbClr val="00B050"/>
                </a:solidFill>
              </a:rPr>
              <a:t>green threads</a:t>
            </a:r>
          </a:p>
          <a:p>
            <a:pPr lvl="1"/>
            <a:r>
              <a:rPr lang="de-DE" dirty="0"/>
              <a:t>Siehe </a:t>
            </a:r>
            <a:r>
              <a:rPr lang="de-DE" dirty="0">
                <a:hlinkClick r:id="rId3"/>
              </a:rPr>
              <a:t>http://en.wikipedia.org/wiki/Green_threads</a:t>
            </a:r>
            <a:endParaRPr lang="de-DE" b="1" dirty="0">
              <a:solidFill>
                <a:srgbClr val="00B050"/>
              </a:solidFill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588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13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0013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186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The strength of threads is shared state. The weakness of threads is shared state (managing race conditions).</a:t>
            </a:r>
          </a:p>
          <a:p>
            <a:pPr lvl="1"/>
            <a:r>
              <a:rPr lang="en-US" dirty="0"/>
              <a:t>The strength of processes is their independence from one another. The weakness of processes is lack of communication (hence the need for IPC and object pickling and other overhead).</a:t>
            </a:r>
          </a:p>
          <a:p>
            <a:endParaRPr lang="de-DE" dirty="0"/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 by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Gerhard Janson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from </a:t>
            </a:r>
            <a:r>
              <a:rPr lang="en-US" sz="1200" b="0" i="0" u="sng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Pixabay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de-DE" dirty="0"/>
              <a:t> 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019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599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Bemerkung: in Linux ruft auch clone()</a:t>
            </a:r>
            <a:r>
              <a:rPr lang="de-DE" baseline="0" dirty="0"/>
              <a:t> auf – wie fork() (aber mit anderen Argumenten, geringes „Sharing“ mit dem Parent-Prozess)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Frage zu „</a:t>
            </a:r>
            <a:r>
              <a:rPr lang="de-DE" dirty="0" err="1">
                <a:solidFill>
                  <a:srgbClr val="0070C0"/>
                </a:solidFill>
              </a:rPr>
              <a:t>start_routine</a:t>
            </a:r>
            <a:r>
              <a:rPr lang="de-DE" dirty="0"/>
              <a:t>: Zeiger zu der Funktion, die als der Thread-Code ausgeführt wird“ – kann man dennoch mehrere Args übergeben? Ja, Zeiger auf </a:t>
            </a:r>
            <a:r>
              <a:rPr lang="de-DE" dirty="0" err="1"/>
              <a:t>Record</a:t>
            </a:r>
            <a:r>
              <a:rPr lang="de-DE" dirty="0"/>
              <a:t>, Liste usw.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405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077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4438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20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Zeigen wie die Frames entstehen/verschwinden</a:t>
            </a:r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811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29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Probleme von LinuxThreads: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Z.B. die Verwendung des </a:t>
            </a:r>
            <a:r>
              <a:rPr lang="de-DE" b="1" dirty="0">
                <a:solidFill>
                  <a:srgbClr val="FF0000"/>
                </a:solidFill>
              </a:rPr>
              <a:t>clone</a:t>
            </a:r>
            <a:r>
              <a:rPr lang="de-DE" dirty="0"/>
              <a:t>() Systemaufrufs führte zur Erstellung eines neuen Prozesses mit gleichen Adressraum aber einer neuen Prozess-ID: Probleme bei Signalen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26973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06868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Könnte etwas schiefgehen?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76CDC-8D0E-409F-856B-BAE38288A8E4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43499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Wert nach</a:t>
            </a:r>
            <a:r>
              <a:rPr lang="de-DE" baseline="0" dirty="0"/>
              <a:t> der Ausführung ist 6, statt 7</a:t>
            </a:r>
          </a:p>
          <a:p>
            <a:r>
              <a:rPr lang="de-DE" baseline="0" dirty="0"/>
              <a:t>Das sog. Lost-update Problem.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176CDC-8D0E-409F-856B-BAE38288A8E4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2998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Threads</a:t>
            </a:r>
          </a:p>
          <a:p>
            <a:pPr lvl="1"/>
            <a:r>
              <a:rPr lang="de-DE" dirty="0"/>
              <a:t>User und Kernel Threads</a:t>
            </a:r>
          </a:p>
          <a:p>
            <a:pPr lvl="1"/>
            <a:r>
              <a:rPr lang="de-DE" dirty="0"/>
              <a:t>Implementierung: POSIX Threads 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Threads: Silberschatz et al., Kapitel 4 und Tanenbaum Kapitel 2 </a:t>
            </a:r>
          </a:p>
          <a:p>
            <a:pPr lvl="1"/>
            <a:endParaRPr lang="de-DE" dirty="0"/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94633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8281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9258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6985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711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Linux Kernel unterscheidet nicht zwischen Threads und Prozessen – alles ist ein „</a:t>
            </a:r>
            <a:r>
              <a:rPr lang="de-DE" b="1" dirty="0">
                <a:solidFill>
                  <a:srgbClr val="FF0000"/>
                </a:solidFill>
              </a:rPr>
              <a:t>Task</a:t>
            </a:r>
            <a:r>
              <a:rPr lang="de-DE" dirty="0"/>
              <a:t>“ (</a:t>
            </a:r>
            <a:r>
              <a:rPr lang="de-DE" dirty="0">
                <a:hlinkClick r:id="rId3"/>
              </a:rPr>
              <a:t>Link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Bei Erzeugen neuer Prozesse (BS-Aufruf </a:t>
            </a:r>
            <a:r>
              <a:rPr lang="de-DE" b="1" dirty="0" err="1">
                <a:solidFill>
                  <a:srgbClr val="FF0000"/>
                </a:solidFill>
              </a:rPr>
              <a:t>clone</a:t>
            </a:r>
            <a:r>
              <a:rPr lang="de-DE" dirty="0"/>
              <a:t>() – wie </a:t>
            </a:r>
            <a:r>
              <a:rPr lang="de-DE" u="sng" dirty="0" err="1"/>
              <a:t>fork</a:t>
            </a:r>
            <a:r>
              <a:rPr lang="de-DE" dirty="0"/>
              <a:t>()) kann man angeben, ob Kind gemeinsamen Speicher, Dateien, … mit Elternprozess haben soll, oder nicht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711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924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22690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Laut</a:t>
            </a:r>
            <a:r>
              <a:rPr lang="de-DE" baseline="0" dirty="0"/>
              <a:t>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Active Object</a:t>
            </a:r>
            <a:r>
              <a:rPr lang="en-US" sz="1200" b="0" i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Object-Oriented Threading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von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Bartosz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Milewski</a:t>
            </a:r>
            <a:endParaRPr lang="de-DE" dirty="0"/>
          </a:p>
          <a:p>
            <a:r>
              <a:rPr lang="de-DE" dirty="0"/>
              <a:t>Sehe http://goo.gl/KXwqK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176CDC-8D0E-409F-856B-BAE38288A8E4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31137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noProof="0" dirty="0" err="1"/>
              <a:t>Formatvorlage</a:t>
            </a:r>
            <a:r>
              <a:rPr kumimoji="0" lang="en-US" noProof="0" dirty="0"/>
              <a:t> des </a:t>
            </a:r>
            <a:r>
              <a:rPr kumimoji="0" lang="en-US" noProof="0" dirty="0" err="1"/>
              <a:t>Untertitelmasters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21" name="Rechteck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hteck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hteck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hteck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1019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- 2 T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641848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5" name="Inhaltsplatzhalter 7"/>
          <p:cNvSpPr>
            <a:spLocks noGrp="1"/>
          </p:cNvSpPr>
          <p:nvPr>
            <p:ph sz="quarter" idx="13"/>
          </p:nvPr>
        </p:nvSpPr>
        <p:spPr>
          <a:xfrm>
            <a:off x="467544" y="3645024"/>
            <a:ext cx="8208912" cy="271385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  <p:extLst>
      <p:ext uri="{BB962C8B-B14F-4D97-AF65-F5344CB8AC3E}">
        <p14:creationId xmlns:p14="http://schemas.microsoft.com/office/powerpoint/2010/main" val="1784187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>
          <a:xfrm>
            <a:off x="8542234" y="6500834"/>
            <a:ext cx="601766" cy="357166"/>
          </a:xfrm>
        </p:spPr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75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56984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5" name="Inhaltsplatzhalter 7"/>
          <p:cNvSpPr>
            <a:spLocks noGrp="1"/>
          </p:cNvSpPr>
          <p:nvPr>
            <p:ph sz="quarter" idx="13"/>
          </p:nvPr>
        </p:nvSpPr>
        <p:spPr>
          <a:xfrm>
            <a:off x="467544" y="3645024"/>
            <a:ext cx="4104456" cy="271385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834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 75% (Bild ob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114800" cy="256984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5" name="Inhaltsplatzhalter 7"/>
          <p:cNvSpPr>
            <a:spLocks noGrp="1"/>
          </p:cNvSpPr>
          <p:nvPr>
            <p:ph sz="quarter" idx="13"/>
          </p:nvPr>
        </p:nvSpPr>
        <p:spPr>
          <a:xfrm>
            <a:off x="467544" y="3645024"/>
            <a:ext cx="8208912" cy="2713856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  <p:extLst>
      <p:ext uri="{BB962C8B-B14F-4D97-AF65-F5344CB8AC3E}">
        <p14:creationId xmlns:p14="http://schemas.microsoft.com/office/powerpoint/2010/main" val="1426998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Gleichschenkliges Dreieck 8"/>
          <p:cNvSpPr>
            <a:spLocks noChangeAspect="1"/>
          </p:cNvSpPr>
          <p:nvPr/>
        </p:nvSpPr>
        <p:spPr>
          <a:xfrm rot="5400000">
            <a:off x="8394385" y="6607540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  <p:sp>
        <p:nvSpPr>
          <p:cNvPr id="13" name="Inhaltsplatzhalt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 noProof="0" dirty="0" err="1"/>
              <a:t>Textmasterformate</a:t>
            </a:r>
            <a:r>
              <a:rPr lang="en-US" noProof="0" dirty="0"/>
              <a:t> </a:t>
            </a:r>
            <a:r>
              <a:rPr lang="en-US" noProof="0" dirty="0" err="1"/>
              <a:t>durch</a:t>
            </a:r>
            <a:r>
              <a:rPr lang="en-US" noProof="0" dirty="0"/>
              <a:t> </a:t>
            </a:r>
            <a:r>
              <a:rPr lang="en-US" noProof="0" dirty="0" err="1"/>
              <a:t>Klicken</a:t>
            </a:r>
            <a:r>
              <a:rPr lang="en-US" noProof="0" dirty="0"/>
              <a:t> </a:t>
            </a:r>
            <a:r>
              <a:rPr lang="en-US" noProof="0" dirty="0" err="1"/>
              <a:t>bearbeiten</a:t>
            </a:r>
            <a:endParaRPr lang="en-US" noProof="0" dirty="0"/>
          </a:p>
          <a:p>
            <a:pPr lvl="1" eaLnBrk="1" latinLnBrk="0" hangingPunct="1"/>
            <a:r>
              <a:rPr lang="en-US" noProof="0" dirty="0" err="1"/>
              <a:t>Zweite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2" eaLnBrk="1" latinLnBrk="0" hangingPunct="1"/>
            <a:r>
              <a:rPr lang="en-US" noProof="0" dirty="0" err="1"/>
              <a:t>Dritte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3" eaLnBrk="1" latinLnBrk="0" hangingPunct="1"/>
            <a:r>
              <a:rPr lang="en-US" noProof="0" dirty="0" err="1"/>
              <a:t>Vierte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lang="en-US" noProof="0" dirty="0"/>
          </a:p>
          <a:p>
            <a:pPr lvl="4" eaLnBrk="1" latinLnBrk="0" hangingPunct="1"/>
            <a:r>
              <a:rPr lang="en-US" noProof="0" dirty="0" err="1"/>
              <a:t>Fünfte</a:t>
            </a:r>
            <a:r>
              <a:rPr lang="en-US" noProof="0" dirty="0"/>
              <a:t> </a:t>
            </a:r>
            <a:r>
              <a:rPr lang="en-US" noProof="0" dirty="0" err="1"/>
              <a:t>Ebene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Gleichschenkliges Dreieck 6"/>
          <p:cNvSpPr>
            <a:spLocks noChangeAspect="1"/>
          </p:cNvSpPr>
          <p:nvPr userDrawn="1"/>
        </p:nvSpPr>
        <p:spPr>
          <a:xfrm rot="5400000">
            <a:off x="8394384" y="6607540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971600" y="2348880"/>
            <a:ext cx="7200800" cy="2160240"/>
          </a:xfrm>
        </p:spPr>
        <p:txBody>
          <a:bodyPr anchor="ctr">
            <a:normAutofit/>
          </a:bodyPr>
          <a:lstStyle>
            <a:lvl1pPr algn="ctr">
              <a:defRPr sz="4000"/>
            </a:lvl1pPr>
          </a:lstStyle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 noProof="0" dirty="0" err="1"/>
              <a:t>Titelmasterformat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5210196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noProof="0" dirty="0" err="1"/>
              <a:t>Textmasterformate</a:t>
            </a:r>
            <a:r>
              <a:rPr kumimoji="0" lang="en-US" noProof="0" dirty="0"/>
              <a:t> </a:t>
            </a:r>
            <a:r>
              <a:rPr kumimoji="0" lang="en-US" noProof="0" dirty="0" err="1"/>
              <a:t>durch</a:t>
            </a:r>
            <a:r>
              <a:rPr kumimoji="0" lang="en-US" noProof="0" dirty="0"/>
              <a:t> </a:t>
            </a:r>
            <a:r>
              <a:rPr kumimoji="0" lang="en-US" noProof="0" dirty="0" err="1"/>
              <a:t>Klicken</a:t>
            </a:r>
            <a:r>
              <a:rPr kumimoji="0" lang="en-US" noProof="0" dirty="0"/>
              <a:t> </a:t>
            </a:r>
            <a:r>
              <a:rPr kumimoji="0" lang="en-US" noProof="0" dirty="0" err="1"/>
              <a:t>bearbeiten</a:t>
            </a:r>
            <a:endParaRPr kumimoji="0" lang="en-US" noProof="0" dirty="0"/>
          </a:p>
          <a:p>
            <a:pPr lvl="1" eaLnBrk="1" latinLnBrk="0" hangingPunct="1"/>
            <a:r>
              <a:rPr kumimoji="0" lang="en-US" noProof="0" dirty="0" err="1"/>
              <a:t>Zweite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  <a:p>
            <a:pPr lvl="2" eaLnBrk="1" latinLnBrk="0" hangingPunct="1"/>
            <a:r>
              <a:rPr kumimoji="0" lang="en-US" noProof="0" dirty="0" err="1"/>
              <a:t>Dritte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  <a:p>
            <a:pPr lvl="3" eaLnBrk="1" latinLnBrk="0" hangingPunct="1"/>
            <a:r>
              <a:rPr kumimoji="0" lang="en-US" noProof="0" dirty="0" err="1"/>
              <a:t>Vierte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  <a:p>
            <a:pPr lvl="4" eaLnBrk="1" latinLnBrk="0" hangingPunct="1"/>
            <a:r>
              <a:rPr kumimoji="0" lang="en-US" noProof="0" dirty="0" err="1"/>
              <a:t>Fünfte</a:t>
            </a:r>
            <a:r>
              <a:rPr kumimoji="0" lang="en-US" noProof="0" dirty="0"/>
              <a:t> </a:t>
            </a:r>
            <a:r>
              <a:rPr kumimoji="0" lang="en-US" noProof="0" dirty="0" err="1"/>
              <a:t>Ebene</a:t>
            </a:r>
            <a:endParaRPr kumimoji="0" lang="en-US" noProof="0" dirty="0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8542234" y="6492240"/>
            <a:ext cx="601766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1</a:t>
            </a:r>
          </a:p>
        </p:txBody>
      </p:sp>
      <p:sp>
        <p:nvSpPr>
          <p:cNvPr id="29" name="Gerade Verbindung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Gleichschenkliges Dreieck 9"/>
          <p:cNvSpPr>
            <a:spLocks noChangeAspect="1"/>
          </p:cNvSpPr>
          <p:nvPr/>
        </p:nvSpPr>
        <p:spPr>
          <a:xfrm rot="5400000">
            <a:off x="8394384" y="6607540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96" r:id="rId3"/>
    <p:sldLayoutId id="2147483688" r:id="rId4"/>
    <p:sldLayoutId id="2147483697" r:id="rId5"/>
    <p:sldLayoutId id="2147483698" r:id="rId6"/>
    <p:sldLayoutId id="2147483692" r:id="rId7"/>
    <p:sldLayoutId id="2147483689" r:id="rId8"/>
    <p:sldLayoutId id="2147483690" r:id="rId9"/>
    <p:sldLayoutId id="2147483691" r:id="rId10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customXml" Target="../ink/ink1.xml"/><Relationship Id="rId5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customXml" Target="../ink/ink2.xml"/><Relationship Id="rId4" Type="http://schemas.openxmlformats.org/officeDocument/2006/relationships/image" Target="../media/image14.png"/><Relationship Id="rId5" Type="http://schemas.openxmlformats.org/officeDocument/2006/relationships/customXml" Target="../ink/ink3.xml"/><Relationship Id="rId6" Type="http://schemas.openxmlformats.org/officeDocument/2006/relationships/image" Target="../media/image15.png"/><Relationship Id="rId7" Type="http://schemas.openxmlformats.org/officeDocument/2006/relationships/customXml" Target="../ink/ink4.xml"/><Relationship Id="rId8" Type="http://schemas.openxmlformats.org/officeDocument/2006/relationships/image" Target="../media/image16.png"/><Relationship Id="rId9" Type="http://schemas.openxmlformats.org/officeDocument/2006/relationships/customXml" Target="../ink/ink5.xml"/><Relationship Id="rId10" Type="http://schemas.openxmlformats.org/officeDocument/2006/relationships/customXml" Target="../ink/ink6.xml"/><Relationship Id="rId11" Type="http://schemas.openxmlformats.org/officeDocument/2006/relationships/customXml" Target="../ink/ink7.xml"/><Relationship Id="rId12" Type="http://schemas.openxmlformats.org/officeDocument/2006/relationships/customXml" Target="../ink/ink8.xml"/><Relationship Id="rId13" Type="http://schemas.openxmlformats.org/officeDocument/2006/relationships/image" Target="../media/image17.png"/><Relationship Id="rId14" Type="http://schemas.openxmlformats.org/officeDocument/2006/relationships/customXml" Target="../ink/ink9.xml"/><Relationship Id="rId15" Type="http://schemas.openxmlformats.org/officeDocument/2006/relationships/image" Target="../media/image18.png"/><Relationship Id="rId16" Type="http://schemas.openxmlformats.org/officeDocument/2006/relationships/customXml" Target="../ink/ink10.xml"/><Relationship Id="rId17" Type="http://schemas.openxmlformats.org/officeDocument/2006/relationships/image" Target="../media/image19.png"/><Relationship Id="rId18" Type="http://schemas.openxmlformats.org/officeDocument/2006/relationships/customXml" Target="../ink/ink11.xml"/><Relationship Id="rId19" Type="http://schemas.openxmlformats.org/officeDocument/2006/relationships/image" Target="../media/image20.png"/><Relationship Id="rId20" Type="http://schemas.openxmlformats.org/officeDocument/2006/relationships/customXml" Target="../ink/ink12.xml"/><Relationship Id="rId21" Type="http://schemas.openxmlformats.org/officeDocument/2006/relationships/image" Target="../media/image21.png"/><Relationship Id="rId22" Type="http://schemas.openxmlformats.org/officeDocument/2006/relationships/customXml" Target="../ink/ink13.xml"/><Relationship Id="rId23" Type="http://schemas.openxmlformats.org/officeDocument/2006/relationships/image" Target="../media/image22.png"/><Relationship Id="rId24" Type="http://schemas.openxmlformats.org/officeDocument/2006/relationships/customXml" Target="../ink/ink14.xml"/><Relationship Id="rId25" Type="http://schemas.openxmlformats.org/officeDocument/2006/relationships/image" Target="../media/image23.png"/><Relationship Id="rId26" Type="http://schemas.openxmlformats.org/officeDocument/2006/relationships/customXml" Target="../ink/ink15.xml"/><Relationship Id="rId27" Type="http://schemas.openxmlformats.org/officeDocument/2006/relationships/image" Target="../media/image24.png"/><Relationship Id="rId28" Type="http://schemas.openxmlformats.org/officeDocument/2006/relationships/customXml" Target="../ink/ink16.xml"/><Relationship Id="rId29" Type="http://schemas.openxmlformats.org/officeDocument/2006/relationships/image" Target="../media/image25.png"/><Relationship Id="rId30" Type="http://schemas.openxmlformats.org/officeDocument/2006/relationships/customXml" Target="../ink/ink17.xml"/><Relationship Id="rId31" Type="http://schemas.openxmlformats.org/officeDocument/2006/relationships/image" Target="../media/image26.png"/><Relationship Id="rId32" Type="http://schemas.openxmlformats.org/officeDocument/2006/relationships/customXml" Target="../ink/ink18.xml"/><Relationship Id="rId33" Type="http://schemas.openxmlformats.org/officeDocument/2006/relationships/image" Target="../media/image27.png"/><Relationship Id="rId34" Type="http://schemas.openxmlformats.org/officeDocument/2006/relationships/customXml" Target="../ink/ink19.xml"/><Relationship Id="rId35" Type="http://schemas.openxmlformats.org/officeDocument/2006/relationships/image" Target="../media/image28.png"/><Relationship Id="rId36" Type="http://schemas.openxmlformats.org/officeDocument/2006/relationships/customXml" Target="../ink/ink20.xml"/><Relationship Id="rId37" Type="http://schemas.openxmlformats.org/officeDocument/2006/relationships/image" Target="../media/image29.png"/><Relationship Id="rId38" Type="http://schemas.openxmlformats.org/officeDocument/2006/relationships/customXml" Target="../ink/ink21.xml"/><Relationship Id="rId39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9zinZmE3Ogk" TargetMode="External"/><Relationship Id="rId4" Type="http://schemas.openxmlformats.org/officeDocument/2006/relationships/hyperlink" Target="https://pybay.com/site_media/slides/raymond2017-keynote/index.html" TargetMode="External"/><Relationship Id="rId5" Type="http://schemas.openxmlformats.org/officeDocument/2006/relationships/image" Target="../media/image31.png"/><Relationship Id="rId6" Type="http://schemas.openxmlformats.org/officeDocument/2006/relationships/hyperlink" Target="https://pixabay.com/users/Janson_G-5907103/?utm_source=link-attribution&amp;utm_medium=referral&amp;utm_campaign=image&amp;utm_content=2775971" TargetMode="External"/><Relationship Id="rId7" Type="http://schemas.openxmlformats.org/officeDocument/2006/relationships/hyperlink" Target="https://pixabay.com/?utm_source=link-attribution&amp;utm_medium=referral&amp;utm_campaign=image&amp;utm_content=2775971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customXml" Target="../ink/ink22.xml"/><Relationship Id="rId4" Type="http://schemas.openxmlformats.org/officeDocument/2006/relationships/image" Target="../media/image5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package" Target="../embeddings/Microsoft_Excel_Worksheet.xlsx"/><Relationship Id="rId3" Type="http://schemas.openxmlformats.org/officeDocument/2006/relationships/image" Target="../media/image32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customXml" Target="../ink/ink23.xml"/><Relationship Id="rId4" Type="http://schemas.openxmlformats.org/officeDocument/2006/relationships/image" Target="../media/image130.png"/><Relationship Id="rId5" Type="http://schemas.openxmlformats.org/officeDocument/2006/relationships/customXml" Target="../ink/ink24.xml"/><Relationship Id="rId6" Type="http://schemas.openxmlformats.org/officeDocument/2006/relationships/image" Target="../media/image310.png"/><Relationship Id="rId7" Type="http://schemas.openxmlformats.org/officeDocument/2006/relationships/customXml" Target="../ink/ink25.xml"/><Relationship Id="rId8" Type="http://schemas.openxmlformats.org/officeDocument/2006/relationships/image" Target="../media/image32.png"/><Relationship Id="rId9" Type="http://schemas.openxmlformats.org/officeDocument/2006/relationships/customXml" Target="../ink/ink26.xml"/><Relationship Id="rId10" Type="http://schemas.openxmlformats.org/officeDocument/2006/relationships/image" Target="../media/image33.png"/><Relationship Id="rId11" Type="http://schemas.openxmlformats.org/officeDocument/2006/relationships/customXml" Target="../ink/ink27.xml"/><Relationship Id="rId12" Type="http://schemas.openxmlformats.org/officeDocument/2006/relationships/image" Target="../media/image34.png"/><Relationship Id="rId13" Type="http://schemas.openxmlformats.org/officeDocument/2006/relationships/customXml" Target="../ink/ink28.xml"/><Relationship Id="rId14" Type="http://schemas.openxmlformats.org/officeDocument/2006/relationships/image" Target="../media/image35.png"/><Relationship Id="rId15" Type="http://schemas.openxmlformats.org/officeDocument/2006/relationships/customXml" Target="../ink/ink29.xml"/><Relationship Id="rId16" Type="http://schemas.openxmlformats.org/officeDocument/2006/relationships/image" Target="../media/image36.png"/><Relationship Id="rId17" Type="http://schemas.openxmlformats.org/officeDocument/2006/relationships/customXml" Target="../ink/ink30.xml"/><Relationship Id="rId18" Type="http://schemas.openxmlformats.org/officeDocument/2006/relationships/image" Target="../media/image37.png"/><Relationship Id="rId19" Type="http://schemas.openxmlformats.org/officeDocument/2006/relationships/customXml" Target="../ink/ink31.xml"/><Relationship Id="rId20" Type="http://schemas.openxmlformats.org/officeDocument/2006/relationships/image" Target="../media/image38.png"/><Relationship Id="rId21" Type="http://schemas.openxmlformats.org/officeDocument/2006/relationships/customXml" Target="../ink/ink32.xml"/><Relationship Id="rId22" Type="http://schemas.openxmlformats.org/officeDocument/2006/relationships/image" Target="../media/image39.png"/><Relationship Id="rId23" Type="http://schemas.openxmlformats.org/officeDocument/2006/relationships/customXml" Target="../ink/ink33.xml"/><Relationship Id="rId24" Type="http://schemas.openxmlformats.org/officeDocument/2006/relationships/image" Target="../media/image40.png"/><Relationship Id="rId25" Type="http://schemas.openxmlformats.org/officeDocument/2006/relationships/customXml" Target="../ink/ink34.xml"/><Relationship Id="rId26" Type="http://schemas.openxmlformats.org/officeDocument/2006/relationships/image" Target="../media/image41.png"/><Relationship Id="rId27" Type="http://schemas.openxmlformats.org/officeDocument/2006/relationships/customXml" Target="../ink/ink35.xml"/><Relationship Id="rId28" Type="http://schemas.openxmlformats.org/officeDocument/2006/relationships/image" Target="../media/image42.png"/><Relationship Id="rId29" Type="http://schemas.openxmlformats.org/officeDocument/2006/relationships/customXml" Target="../ink/ink36.xml"/><Relationship Id="rId30" Type="http://schemas.openxmlformats.org/officeDocument/2006/relationships/image" Target="../media/image4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video" Target="NULL" TargetMode="External"/><Relationship Id="rId2" Type="http://schemas.microsoft.com/office/2007/relationships/media" Target="file:///C:\Artur\Academic\Lehre\16.SS-IBN\VL\" TargetMode="External"/><Relationship Id="rId3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KXuZi9aeGTw" TargetMode="External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8.jpe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relisoft.com/win32/activ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15616" y="3717032"/>
            <a:ext cx="7056784" cy="1159768"/>
          </a:xfrm>
        </p:spPr>
        <p:txBody>
          <a:bodyPr>
            <a:noAutofit/>
          </a:bodyPr>
          <a:lstStyle/>
          <a:p>
            <a:r>
              <a:rPr lang="de-DE" sz="3600" dirty="0"/>
              <a:t>Betriebssysteme und Netzwerke</a:t>
            </a:r>
            <a:br>
              <a:rPr lang="de-DE" sz="3600" dirty="0"/>
            </a:br>
            <a:r>
              <a:rPr lang="de-DE" sz="3600" dirty="0"/>
              <a:t>Vorlesung 4</a:t>
            </a:r>
            <a:endParaRPr lang="en-US" sz="360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786446" y="5124450"/>
            <a:ext cx="2290754" cy="533400"/>
          </a:xfrm>
        </p:spPr>
        <p:txBody>
          <a:bodyPr>
            <a:normAutofit/>
          </a:bodyPr>
          <a:lstStyle/>
          <a:p>
            <a:r>
              <a:rPr lang="de-DE" dirty="0"/>
              <a:t>Artur Andrzejak</a:t>
            </a:r>
          </a:p>
        </p:txBody>
      </p:sp>
      <p:sp>
        <p:nvSpPr>
          <p:cNvPr id="4" name="Untertitel 2"/>
          <p:cNvSpPr txBox="1">
            <a:spLocks/>
          </p:cNvSpPr>
          <p:nvPr/>
        </p:nvSpPr>
        <p:spPr>
          <a:xfrm>
            <a:off x="1214414" y="5072074"/>
            <a:ext cx="1214446" cy="64294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None/>
              <a:tabLst/>
              <a:defRPr/>
            </a:pPr>
            <a:endParaRPr kumimoji="0" lang="de-DE" sz="20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Wiederholung: </a:t>
            </a:r>
            <a:r>
              <a:rPr lang="en-US" dirty="0">
                <a:highlight>
                  <a:srgbClr val="00FF00"/>
                </a:highlight>
              </a:rPr>
              <a:t>https://bit.ly/ibn_hd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de-DE" dirty="0">
                <a:solidFill>
                  <a:srgbClr val="424456"/>
                </a:solidFill>
              </a:rPr>
              <a:t>Welche Aussagen sind korrekt? (Mehrfachauswahl)</a:t>
            </a:r>
          </a:p>
          <a:p>
            <a:pPr marL="274320" lvl="1" indent="0">
              <a:buNone/>
            </a:pPr>
            <a:endParaRPr lang="de-DE" dirty="0">
              <a:solidFill>
                <a:srgbClr val="424456"/>
              </a:solidFill>
            </a:endParaRPr>
          </a:p>
          <a:p>
            <a:r>
              <a:rPr lang="de-DE" dirty="0">
                <a:solidFill>
                  <a:srgbClr val="424456"/>
                </a:solidFill>
              </a:rPr>
              <a:t>A. Bei </a:t>
            </a:r>
            <a:r>
              <a:rPr lang="de-DE" dirty="0" err="1">
                <a:solidFill>
                  <a:schemeClr val="accent1"/>
                </a:solidFill>
              </a:rPr>
              <a:t>execve</a:t>
            </a:r>
            <a:r>
              <a:rPr lang="de-DE" dirty="0">
                <a:solidFill>
                  <a:schemeClr val="accent1"/>
                </a:solidFill>
              </a:rPr>
              <a:t>() </a:t>
            </a:r>
            <a:r>
              <a:rPr lang="de-DE" dirty="0">
                <a:solidFill>
                  <a:srgbClr val="424456"/>
                </a:solidFill>
              </a:rPr>
              <a:t>wird der Code des aufrufenden Prozesses als auch sein </a:t>
            </a:r>
            <a:r>
              <a:rPr lang="de-DE" dirty="0">
                <a:solidFill>
                  <a:schemeClr val="accent1"/>
                </a:solidFill>
              </a:rPr>
              <a:t>PCB</a:t>
            </a:r>
            <a:r>
              <a:rPr lang="de-DE" dirty="0">
                <a:solidFill>
                  <a:srgbClr val="424456"/>
                </a:solidFill>
              </a:rPr>
              <a:t> (</a:t>
            </a:r>
            <a:r>
              <a:rPr lang="de-DE" dirty="0" err="1">
                <a:solidFill>
                  <a:srgbClr val="424456"/>
                </a:solidFill>
              </a:rPr>
              <a:t>process</a:t>
            </a:r>
            <a:r>
              <a:rPr lang="de-DE" dirty="0">
                <a:solidFill>
                  <a:srgbClr val="424456"/>
                </a:solidFill>
              </a:rPr>
              <a:t> </a:t>
            </a:r>
            <a:r>
              <a:rPr lang="de-DE" dirty="0" err="1">
                <a:solidFill>
                  <a:srgbClr val="424456"/>
                </a:solidFill>
              </a:rPr>
              <a:t>control</a:t>
            </a:r>
            <a:r>
              <a:rPr lang="de-DE" dirty="0">
                <a:solidFill>
                  <a:srgbClr val="424456"/>
                </a:solidFill>
              </a:rPr>
              <a:t> block) ersetzt</a:t>
            </a:r>
          </a:p>
          <a:p>
            <a:r>
              <a:rPr lang="de-DE" dirty="0">
                <a:solidFill>
                  <a:srgbClr val="424456"/>
                </a:solidFill>
              </a:rPr>
              <a:t>B. Folger Code erzeugt drei (3) neue Prozesse auf dem Rechner: </a:t>
            </a:r>
            <a:r>
              <a:rPr lang="de-DE" dirty="0" err="1">
                <a:solidFill>
                  <a:schemeClr val="accent1"/>
                </a:solidFill>
              </a:rPr>
              <a:t>fork</a:t>
            </a:r>
            <a:r>
              <a:rPr lang="de-DE" dirty="0">
                <a:solidFill>
                  <a:schemeClr val="accent1"/>
                </a:solidFill>
              </a:rPr>
              <a:t>(); </a:t>
            </a:r>
            <a:r>
              <a:rPr lang="de-DE" dirty="0" err="1">
                <a:solidFill>
                  <a:schemeClr val="accent1"/>
                </a:solidFill>
              </a:rPr>
              <a:t>fork</a:t>
            </a:r>
            <a:r>
              <a:rPr lang="de-DE" dirty="0">
                <a:solidFill>
                  <a:schemeClr val="accent1"/>
                </a:solidFill>
              </a:rPr>
              <a:t>(); </a:t>
            </a:r>
            <a:r>
              <a:rPr lang="de-DE" dirty="0" err="1">
                <a:solidFill>
                  <a:schemeClr val="accent1"/>
                </a:solidFill>
              </a:rPr>
              <a:t>fork</a:t>
            </a:r>
            <a:r>
              <a:rPr lang="de-DE" dirty="0">
                <a:solidFill>
                  <a:schemeClr val="accent1"/>
                </a:solidFill>
              </a:rPr>
              <a:t>()</a:t>
            </a:r>
          </a:p>
          <a:p>
            <a:r>
              <a:rPr lang="de-DE" dirty="0">
                <a:solidFill>
                  <a:srgbClr val="424456"/>
                </a:solidFill>
              </a:rPr>
              <a:t>C. Win32 API benutzt </a:t>
            </a:r>
            <a:r>
              <a:rPr lang="de-DE" dirty="0" err="1">
                <a:solidFill>
                  <a:schemeClr val="accent1"/>
                </a:solidFill>
              </a:rPr>
              <a:t>CreateProcess</a:t>
            </a:r>
            <a:r>
              <a:rPr lang="de-DE" dirty="0">
                <a:solidFill>
                  <a:schemeClr val="accent1"/>
                </a:solidFill>
              </a:rPr>
              <a:t>() </a:t>
            </a:r>
            <a:r>
              <a:rPr lang="de-DE" dirty="0">
                <a:solidFill>
                  <a:srgbClr val="424456"/>
                </a:solidFill>
              </a:rPr>
              <a:t>statt </a:t>
            </a:r>
            <a:r>
              <a:rPr lang="de-DE" dirty="0" err="1">
                <a:solidFill>
                  <a:schemeClr val="accent1"/>
                </a:solidFill>
              </a:rPr>
              <a:t>fork</a:t>
            </a:r>
            <a:r>
              <a:rPr lang="de-DE" dirty="0">
                <a:solidFill>
                  <a:schemeClr val="accent1"/>
                </a:solidFill>
              </a:rPr>
              <a:t>() </a:t>
            </a:r>
            <a:r>
              <a:rPr lang="de-DE" dirty="0">
                <a:solidFill>
                  <a:srgbClr val="424456"/>
                </a:solidFill>
              </a:rPr>
              <a:t>und </a:t>
            </a:r>
            <a:r>
              <a:rPr lang="de-DE" dirty="0" err="1">
                <a:solidFill>
                  <a:schemeClr val="accent1"/>
                </a:solidFill>
              </a:rPr>
              <a:t>execve</a:t>
            </a:r>
            <a:r>
              <a:rPr lang="de-DE" dirty="0">
                <a:solidFill>
                  <a:schemeClr val="accent1"/>
                </a:solidFill>
              </a:rPr>
              <a:t>()</a:t>
            </a:r>
            <a:endParaRPr lang="de-DE" dirty="0">
              <a:solidFill>
                <a:srgbClr val="424456"/>
              </a:solidFill>
            </a:endParaRPr>
          </a:p>
          <a:p>
            <a:r>
              <a:rPr lang="de-DE" dirty="0">
                <a:solidFill>
                  <a:srgbClr val="424456"/>
                </a:solidFill>
              </a:rPr>
              <a:t>D. Wenn ein Prozess im Zustand </a:t>
            </a:r>
            <a:r>
              <a:rPr lang="de-DE" dirty="0" err="1">
                <a:solidFill>
                  <a:schemeClr val="accent1"/>
                </a:solidFill>
              </a:rPr>
              <a:t>waiting</a:t>
            </a:r>
            <a:r>
              <a:rPr lang="de-DE" dirty="0">
                <a:solidFill>
                  <a:srgbClr val="424456"/>
                </a:solidFill>
              </a:rPr>
              <a:t> ist, wird er regelmäßig aktiviert, um die Verfügbarkeit einer Ressource (bzw. blockierenden Faktors) zu prüfen</a:t>
            </a:r>
            <a:br>
              <a:rPr lang="de-DE" dirty="0">
                <a:solidFill>
                  <a:srgbClr val="424456"/>
                </a:solidFill>
              </a:rPr>
            </a:br>
            <a:endParaRPr lang="de-DE" dirty="0">
              <a:solidFill>
                <a:srgbClr val="424456"/>
              </a:solidFill>
            </a:endParaRP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</a:t>
            </a:fld>
            <a:endParaRPr lang="en-US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3863F5B-2AC5-4890-9B25-4F9E7DEAE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336" y="0"/>
            <a:ext cx="1142503" cy="112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4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>
                <a:solidFill>
                  <a:srgbClr val="4F271C"/>
                </a:solidFill>
              </a:rPr>
              <a:pPr/>
              <a:t>3</a:t>
            </a:fld>
            <a:endParaRPr lang="de-DE">
              <a:solidFill>
                <a:srgbClr val="4F271C"/>
              </a:solidFill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99592" y="476672"/>
            <a:ext cx="7200800" cy="1008112"/>
          </a:xfrm>
        </p:spPr>
        <p:txBody>
          <a:bodyPr/>
          <a:lstStyle/>
          <a:p>
            <a:r>
              <a:rPr lang="de-DE" dirty="0"/>
              <a:t>Prozesse - Verwaltung</a:t>
            </a:r>
          </a:p>
        </p:txBody>
      </p:sp>
      <p:pic>
        <p:nvPicPr>
          <p:cNvPr id="5" name="Picture 3" descr="C:\Artur\Academic\Presentations\090629-Beirat\figs\mainimag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15816" y="1484784"/>
            <a:ext cx="3357586" cy="50533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22311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Wechsel (Switch) zwischen Prozessen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67544" y="1196752"/>
            <a:ext cx="8435280" cy="841648"/>
          </a:xfrm>
        </p:spPr>
        <p:txBody>
          <a:bodyPr>
            <a:normAutofit fontScale="92500" lnSpcReduction="10000"/>
          </a:bodyPr>
          <a:lstStyle/>
          <a:p>
            <a:pPr fontAlgn="t"/>
            <a:r>
              <a:rPr lang="de-DE" dirty="0"/>
              <a:t>Prozesswechsel ist recht komplex </a:t>
            </a:r>
          </a:p>
          <a:p>
            <a:pPr fontAlgn="t"/>
            <a:r>
              <a:rPr lang="de-DE" dirty="0">
                <a:solidFill>
                  <a:schemeClr val="tx1"/>
                </a:solidFill>
              </a:rPr>
              <a:t>Aufwand ist abhängig von der CPU und dem BS</a:t>
            </a:r>
          </a:p>
          <a:p>
            <a:pPr lvl="1" fontAlgn="t"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074" name="Picture 2" descr="C:\Artur\Academic\Lehre\10.WS-IBN\VL\figures\vl03\Prozess-Wechse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2098247"/>
            <a:ext cx="6120680" cy="4759753"/>
          </a:xfrm>
          <a:prstGeom prst="rect">
            <a:avLst/>
          </a:prstGeom>
          <a:noFill/>
        </p:spPr>
      </p:pic>
      <p:sp>
        <p:nvSpPr>
          <p:cNvPr id="5" name="Down Arrow 4"/>
          <p:cNvSpPr/>
          <p:nvPr/>
        </p:nvSpPr>
        <p:spPr>
          <a:xfrm>
            <a:off x="1475656" y="3140968"/>
            <a:ext cx="576064" cy="3240360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Leerlauf</a:t>
            </a:r>
          </a:p>
        </p:txBody>
      </p:sp>
      <p:sp>
        <p:nvSpPr>
          <p:cNvPr id="7" name="Down Arrow 6"/>
          <p:cNvSpPr/>
          <p:nvPr/>
        </p:nvSpPr>
        <p:spPr>
          <a:xfrm>
            <a:off x="7534630" y="3068960"/>
            <a:ext cx="576064" cy="1152128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7534630" y="5301208"/>
            <a:ext cx="576064" cy="1152128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345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tx1"/>
                </a:solidFill>
              </a:rPr>
              <a:t>Ablauf der Zustandwechsel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</a:t>
            </a:fld>
            <a:endParaRPr lang="en-US" noProof="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1B2B9E6-D734-4832-BF50-6D6BDD29DDAE}"/>
              </a:ext>
            </a:extLst>
          </p:cNvPr>
          <p:cNvGrpSpPr/>
          <p:nvPr/>
        </p:nvGrpSpPr>
        <p:grpSpPr>
          <a:xfrm>
            <a:off x="175156" y="2275196"/>
            <a:ext cx="8793688" cy="2168795"/>
            <a:chOff x="160270" y="1740632"/>
            <a:chExt cx="8793688" cy="2168795"/>
          </a:xfrm>
        </p:grpSpPr>
        <p:pic>
          <p:nvPicPr>
            <p:cNvPr id="1028" name="Picture 4" descr="C:\Artur\Academic\Lehre\11.WS-IBN\VL\pics\vl02 - process states (Stallings 3-7)-full.jpg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492" b="41872"/>
            <a:stretch/>
          </p:blipFill>
          <p:spPr bwMode="auto">
            <a:xfrm>
              <a:off x="1609142" y="1740632"/>
              <a:ext cx="7344816" cy="21169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 rot="16200000">
              <a:off x="117791" y="2238439"/>
              <a:ext cx="15953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/>
                <a:t>Anwendungs-</a:t>
              </a:r>
            </a:p>
            <a:p>
              <a:pPr algn="ctr"/>
              <a:r>
                <a:rPr lang="de-DE" dirty="0" err="1"/>
                <a:t>prozess</a:t>
              </a:r>
              <a:endParaRPr lang="de-DE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219292" y="1792434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A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219292" y="2338826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B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210475" y="2940695"/>
              <a:ext cx="4074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C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60270" y="3509317"/>
              <a:ext cx="15103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b="1" dirty="0">
                  <a:solidFill>
                    <a:srgbClr val="0070C0"/>
                  </a:solidFill>
                </a:rPr>
                <a:t>Dispatcher</a:t>
              </a:r>
            </a:p>
          </p:txBody>
        </p:sp>
      </p:grpSp>
      <p:sp>
        <p:nvSpPr>
          <p:cNvPr id="14" name="TextBox 11"/>
          <p:cNvSpPr txBox="1"/>
          <p:nvPr/>
        </p:nvSpPr>
        <p:spPr>
          <a:xfrm>
            <a:off x="357995" y="5634876"/>
            <a:ext cx="87775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0070C0"/>
                </a:solidFill>
              </a:rPr>
              <a:t>Dispatcher</a:t>
            </a:r>
            <a:r>
              <a:rPr lang="de-DE" sz="2400" dirty="0"/>
              <a:t> = Routine im BS-Kernel, die den Wechsel umsetzt </a:t>
            </a:r>
          </a:p>
          <a:p>
            <a:pPr lvl="2"/>
            <a:r>
              <a:rPr lang="de-DE" sz="2400" dirty="0"/>
              <a:t>to dispatch = (ent)senden, erledigen, abfertigen</a:t>
            </a:r>
          </a:p>
        </p:txBody>
      </p:sp>
      <p:pic>
        <p:nvPicPr>
          <p:cNvPr id="13" name="Picture 4" descr="C:\Artur\Academic\Lehre\11.WS-IBN\VL\pics\vl02 - process states (Stallings 3-7)-full.jpg">
            <a:extLst>
              <a:ext uri="{FF2B5EF4-FFF2-40B4-BE49-F238E27FC236}">
                <a16:creationId xmlns:a16="http://schemas.microsoft.com/office/drawing/2014/main" id="{A69CD1A7-A067-440E-85FA-BDB6F74B6D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91" t="89014" r="28987"/>
          <a:stretch/>
        </p:blipFill>
        <p:spPr bwMode="auto">
          <a:xfrm>
            <a:off x="3752975" y="1253743"/>
            <a:ext cx="4966195" cy="40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0302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Wann soll man zwischen Prozessen wechseln?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 err="1"/>
              <a:t>Clock</a:t>
            </a:r>
            <a:r>
              <a:rPr lang="de-DE" dirty="0"/>
              <a:t> Interrupt</a:t>
            </a:r>
          </a:p>
          <a:p>
            <a:pPr lvl="1"/>
            <a:r>
              <a:rPr lang="de-DE" dirty="0"/>
              <a:t>Das Zeitbudget („Zeitscheibe“) einer unterbrochenen Ausführung eines Prozesses ist aufgebraucht</a:t>
            </a:r>
          </a:p>
          <a:p>
            <a:r>
              <a:rPr lang="de-DE" dirty="0"/>
              <a:t>I/O-Anfrage (z.B. für das Lesen einer Diskdatei)</a:t>
            </a:r>
          </a:p>
          <a:p>
            <a:r>
              <a:rPr lang="de-DE" dirty="0"/>
              <a:t>I/O-Interrupt</a:t>
            </a:r>
          </a:p>
          <a:p>
            <a:pPr lvl="1"/>
            <a:r>
              <a:rPr lang="de-DE" dirty="0"/>
              <a:t>Daten für einen anderen Prozess sind bereit</a:t>
            </a:r>
          </a:p>
          <a:p>
            <a:r>
              <a:rPr lang="de-DE" dirty="0"/>
              <a:t>Prozess macht einen Systemaufruf</a:t>
            </a:r>
          </a:p>
          <a:p>
            <a:pPr lvl="1"/>
            <a:r>
              <a:rPr lang="de-DE" dirty="0"/>
              <a:t>z.B. Erzeugt ein </a:t>
            </a:r>
            <a:r>
              <a:rPr lang="de-DE" dirty="0" err="1"/>
              <a:t>Kindprozess</a:t>
            </a:r>
            <a:endParaRPr lang="de-DE" dirty="0"/>
          </a:p>
          <a:p>
            <a:r>
              <a:rPr lang="de-DE" dirty="0"/>
              <a:t>Fehler</a:t>
            </a:r>
          </a:p>
          <a:p>
            <a:pPr lvl="1"/>
            <a:r>
              <a:rPr lang="de-DE" dirty="0"/>
              <a:t>Z.B. Prozess versucht, die Daten eines anderen zu lesen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619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Zustände </a:t>
            </a:r>
            <a:r>
              <a:rPr lang="de-DE" b="1" dirty="0">
                <a:solidFill>
                  <a:srgbClr val="FF0000"/>
                </a:solidFill>
              </a:rPr>
              <a:t>Waiting</a:t>
            </a:r>
            <a:r>
              <a:rPr lang="de-DE" dirty="0"/>
              <a:t> und </a:t>
            </a:r>
            <a:r>
              <a:rPr lang="de-DE" b="1" dirty="0">
                <a:solidFill>
                  <a:srgbClr val="FF0000"/>
                </a:solidFill>
              </a:rPr>
              <a:t>Ready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3073896"/>
          </a:xfrm>
        </p:spPr>
        <p:txBody>
          <a:bodyPr>
            <a:normAutofit/>
          </a:bodyPr>
          <a:lstStyle/>
          <a:p>
            <a:pPr fontAlgn="t"/>
            <a:r>
              <a:rPr lang="de-DE" dirty="0"/>
              <a:t>Einige Ereignisse, die zu einer Unterbrechung führen</a:t>
            </a:r>
          </a:p>
          <a:p>
            <a:pPr marL="731520" lvl="1" indent="-457200" fontAlgn="t">
              <a:buFont typeface="+mj-lt"/>
              <a:buAutoNum type="arabicPeriod"/>
            </a:pPr>
            <a:r>
              <a:rPr lang="de-DE" dirty="0">
                <a:solidFill>
                  <a:schemeClr val="tx1"/>
                </a:solidFill>
              </a:rPr>
              <a:t>P hat eine Anfrage an ein I/O-Gerät geschickt</a:t>
            </a:r>
          </a:p>
          <a:p>
            <a:pPr marL="731520" lvl="1" indent="-457200" fontAlgn="t">
              <a:buFont typeface="+mj-lt"/>
              <a:buAutoNum type="arabicPeriod"/>
            </a:pPr>
            <a:r>
              <a:rPr lang="de-DE" dirty="0">
                <a:solidFill>
                  <a:schemeClr val="tx1"/>
                </a:solidFill>
              </a:rPr>
              <a:t>P hat ein Kindprozess erzeugt und wartet auf seine Terminierung</a:t>
            </a:r>
          </a:p>
          <a:p>
            <a:pPr marL="731520" lvl="1" indent="-457200" fontAlgn="t">
              <a:buFont typeface="+mj-lt"/>
              <a:buAutoNum type="arabicPeriod"/>
            </a:pPr>
            <a:r>
              <a:rPr lang="de-DE" dirty="0">
                <a:solidFill>
                  <a:schemeClr val="tx1"/>
                </a:solidFill>
              </a:rPr>
              <a:t>Die Zeitzuteilung (Zeitscheibe) von P ging zu Ende, und P wurde vom BS-Scheduler unterbrochen</a:t>
            </a:r>
          </a:p>
          <a:p>
            <a:pPr fontAlgn="t"/>
            <a:r>
              <a:rPr lang="de-DE" dirty="0"/>
              <a:t>Fälle 1 und 2 unterscheiden sich vom Fall 3 – wie?</a:t>
            </a:r>
            <a:endParaRPr lang="de-DE" dirty="0">
              <a:solidFill>
                <a:schemeClr val="tx1"/>
              </a:solidFill>
            </a:endParaRPr>
          </a:p>
          <a:p>
            <a:pPr lvl="1" fontAlgn="t"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5" name="Inhaltsplatzhalter 2"/>
          <p:cNvSpPr txBox="1">
            <a:spLocks/>
          </p:cNvSpPr>
          <p:nvPr/>
        </p:nvSpPr>
        <p:spPr>
          <a:xfrm>
            <a:off x="467544" y="4149080"/>
            <a:ext cx="8435280" cy="256984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t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de-DE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Bei 1 und 2 wartet der Prozess auf etwas, und </a:t>
            </a:r>
            <a:r>
              <a:rPr kumimoji="0" lang="de-DE" sz="2600" b="0" i="0" u="sng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kann grundsätzlich nicht ausführen</a:t>
            </a:r>
          </a:p>
          <a:p>
            <a:pPr marL="731520" lvl="1" indent="-274320" fontAlgn="t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de-DE" sz="2200" dirty="0"/>
              <a:t>Er ist im Zustand </a:t>
            </a:r>
            <a:r>
              <a:rPr lang="de-DE" sz="2200" b="1" dirty="0">
                <a:solidFill>
                  <a:srgbClr val="FF0000"/>
                </a:solidFill>
              </a:rPr>
              <a:t>waiting</a:t>
            </a:r>
            <a:r>
              <a:rPr lang="de-DE" sz="2200" dirty="0"/>
              <a:t> (wartend)</a:t>
            </a:r>
            <a:endParaRPr kumimoji="0" lang="de-DE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274320" marR="0" lvl="0" indent="-274320" algn="l" defTabSz="914400" rtl="0" eaLnBrk="1" fontAlgn="t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lang="de-DE" sz="2600" dirty="0"/>
              <a:t>Bei 3 </a:t>
            </a:r>
            <a:r>
              <a:rPr lang="de-DE" sz="2600" u="sng" dirty="0"/>
              <a:t>könnte der Prozess weiter ausführen</a:t>
            </a:r>
          </a:p>
          <a:p>
            <a:pPr marL="731520" lvl="1" indent="-274320" fontAlgn="t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/>
            </a:pPr>
            <a:r>
              <a:rPr lang="de-DE" sz="2200" dirty="0"/>
              <a:t>Er ist im Zustand </a:t>
            </a:r>
            <a:r>
              <a:rPr lang="de-DE" sz="2200" b="1" dirty="0">
                <a:solidFill>
                  <a:srgbClr val="FF0000"/>
                </a:solidFill>
              </a:rPr>
              <a:t>ready</a:t>
            </a:r>
            <a:r>
              <a:rPr lang="de-DE" sz="2200" dirty="0"/>
              <a:t> (bereit)</a:t>
            </a:r>
            <a:endParaRPr kumimoji="0" lang="de-DE" sz="2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548640" marR="0" lvl="1" indent="-274320" algn="l" defTabSz="914400" rtl="0" eaLnBrk="1" fontAlgn="t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Wingdings 3"/>
              <a:buNone/>
              <a:tabLst/>
              <a:defRPr/>
            </a:pPr>
            <a:endParaRPr kumimoji="0" lang="de-DE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6394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Prozesszustände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79296" cy="913656"/>
          </a:xfrm>
        </p:spPr>
        <p:txBody>
          <a:bodyPr>
            <a:normAutofit/>
          </a:bodyPr>
          <a:lstStyle/>
          <a:p>
            <a:pPr marL="0" indent="0" fontAlgn="t">
              <a:buNone/>
            </a:pPr>
            <a:r>
              <a:rPr lang="de-DE" dirty="0"/>
              <a:t>Es ist sinnvoll, jedem Prozess einen </a:t>
            </a:r>
            <a:r>
              <a:rPr lang="de-DE" b="1" dirty="0">
                <a:solidFill>
                  <a:srgbClr val="FF0000"/>
                </a:solidFill>
              </a:rPr>
              <a:t>Zustand </a:t>
            </a:r>
            <a:r>
              <a:rPr lang="de-DE" dirty="0"/>
              <a:t>zu geben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251520" y="2204864"/>
            <a:ext cx="2952328" cy="1080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FF0000"/>
                </a:solidFill>
              </a:rPr>
              <a:t>Neu</a:t>
            </a:r>
            <a:r>
              <a:rPr lang="de-DE" sz="2000" dirty="0"/>
              <a:t>: Prozess wird erstellt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7544" y="3933056"/>
            <a:ext cx="3672408" cy="10801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FF0000"/>
                </a:solidFill>
              </a:rPr>
              <a:t>Bereit (ready)</a:t>
            </a:r>
            <a:r>
              <a:rPr lang="de-DE" sz="2000" dirty="0"/>
              <a:t>: Prozess wartet, um zu einer CPU zugeordnet zu werden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0152" y="3933056"/>
            <a:ext cx="2952328" cy="10801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FF0000"/>
                </a:solidFill>
              </a:rPr>
              <a:t>Laufend (running)</a:t>
            </a:r>
            <a:r>
              <a:rPr lang="de-DE" sz="2000" dirty="0"/>
              <a:t>: Prozess wird ausgeführt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67035" y="5529673"/>
            <a:ext cx="3817032" cy="1080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FF0000"/>
                </a:solidFill>
              </a:rPr>
              <a:t>Wartend (waiting </a:t>
            </a: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bzw.</a:t>
            </a:r>
            <a:r>
              <a:rPr lang="de-DE" sz="2000" b="1" dirty="0">
                <a:solidFill>
                  <a:srgbClr val="FF0000"/>
                </a:solidFill>
              </a:rPr>
              <a:t> blocked)</a:t>
            </a:r>
            <a:r>
              <a:rPr lang="de-DE" sz="2000" dirty="0"/>
              <a:t>: </a:t>
            </a:r>
          </a:p>
          <a:p>
            <a:pPr algn="ctr"/>
            <a:r>
              <a:rPr lang="de-DE" sz="2000" dirty="0"/>
              <a:t>Prozess wartet auf ein Ereignis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0152" y="2188230"/>
            <a:ext cx="2952328" cy="1080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FF0000"/>
                </a:solidFill>
              </a:rPr>
              <a:t>Beendet (terminated)</a:t>
            </a:r>
            <a:r>
              <a:rPr lang="de-DE" sz="2000" dirty="0"/>
              <a:t>: Der Prozess hat die Ausführung beendet</a:t>
            </a:r>
          </a:p>
        </p:txBody>
      </p:sp>
    </p:spTree>
    <p:extLst>
      <p:ext uri="{BB962C8B-B14F-4D97-AF65-F5344CB8AC3E}">
        <p14:creationId xmlns:p14="http://schemas.microsoft.com/office/powerpoint/2010/main" val="2021243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Übergänge zwischen den Prozesszuständen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913656"/>
          </a:xfrm>
        </p:spPr>
        <p:txBody>
          <a:bodyPr>
            <a:normAutofit/>
          </a:bodyPr>
          <a:lstStyle/>
          <a:p>
            <a:pPr fontAlgn="t"/>
            <a:r>
              <a:rPr lang="de-DE" sz="2400" dirty="0"/>
              <a:t>Welche Übergänge sind sinnvoll, und wodurch können sie ausgelöst werden?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251520" y="2152330"/>
            <a:ext cx="2952328" cy="1080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FF0000"/>
                </a:solidFill>
              </a:rPr>
              <a:t>Neu</a:t>
            </a:r>
            <a:r>
              <a:rPr lang="de-DE" sz="2000" dirty="0"/>
              <a:t>: Prozess wird erstellt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1520" y="4077072"/>
            <a:ext cx="3672408" cy="10801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FF0000"/>
                </a:solidFill>
              </a:rPr>
              <a:t>A. Bereit (ready)</a:t>
            </a:r>
            <a:r>
              <a:rPr lang="de-DE" sz="2000" dirty="0"/>
              <a:t>: Prozess wartet, um zu einer CPU zugeordnet zu werden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0152" y="4067336"/>
            <a:ext cx="2952328" cy="108012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FF0000"/>
                </a:solidFill>
              </a:rPr>
              <a:t>C. Laufend (running)</a:t>
            </a:r>
            <a:r>
              <a:rPr lang="de-DE" sz="2000" dirty="0"/>
              <a:t>: Prozess wird ausgeführt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0152" y="2135696"/>
            <a:ext cx="2952328" cy="1080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FF0000"/>
                </a:solidFill>
              </a:rPr>
              <a:t>Beendet (terminated)</a:t>
            </a:r>
            <a:r>
              <a:rPr lang="de-DE" sz="2000" dirty="0"/>
              <a:t>: Der Prozess hat die Ausführung beendet</a:t>
            </a:r>
          </a:p>
        </p:txBody>
      </p:sp>
      <p:cxnSp>
        <p:nvCxnSpPr>
          <p:cNvPr id="11" name="Straight Arrow Connector 10"/>
          <p:cNvCxnSpPr>
            <a:stCxn id="5" idx="2"/>
            <a:endCxn id="7" idx="0"/>
          </p:cNvCxnSpPr>
          <p:nvPr/>
        </p:nvCxnSpPr>
        <p:spPr>
          <a:xfrm>
            <a:off x="1727684" y="3232330"/>
            <a:ext cx="360040" cy="844742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15716" y="3368255"/>
            <a:ext cx="15119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/>
              <a:t>Zugelassen</a:t>
            </a:r>
          </a:p>
        </p:txBody>
      </p:sp>
      <p:cxnSp>
        <p:nvCxnSpPr>
          <p:cNvPr id="13" name="Straight Arrow Connector 12"/>
          <p:cNvCxnSpPr>
            <a:stCxn id="8" idx="0"/>
            <a:endCxn id="10" idx="2"/>
          </p:cNvCxnSpPr>
          <p:nvPr/>
        </p:nvCxnSpPr>
        <p:spPr>
          <a:xfrm flipV="1">
            <a:off x="7416316" y="3215696"/>
            <a:ext cx="0" cy="851640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667035" y="5529673"/>
            <a:ext cx="3817032" cy="1080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rgbClr val="FF0000"/>
                </a:solidFill>
              </a:rPr>
              <a:t>B. Wartend (waiting </a:t>
            </a:r>
          </a:p>
          <a:p>
            <a:pPr algn="ctr"/>
            <a:r>
              <a:rPr lang="de-DE" sz="2000" dirty="0">
                <a:solidFill>
                  <a:schemeClr val="tx1"/>
                </a:solidFill>
              </a:rPr>
              <a:t>bzw.</a:t>
            </a:r>
            <a:r>
              <a:rPr lang="de-DE" sz="2000" b="1" dirty="0">
                <a:solidFill>
                  <a:srgbClr val="FF0000"/>
                </a:solidFill>
              </a:rPr>
              <a:t> blocked)</a:t>
            </a:r>
            <a:r>
              <a:rPr lang="de-DE" sz="2000" dirty="0"/>
              <a:t>: </a:t>
            </a:r>
          </a:p>
          <a:p>
            <a:pPr algn="ctr"/>
            <a:r>
              <a:rPr lang="de-DE" sz="2000" dirty="0"/>
              <a:t>Prozess wartet auf ein Ereignis </a:t>
            </a:r>
          </a:p>
        </p:txBody>
      </p:sp>
      <p:sp>
        <p:nvSpPr>
          <p:cNvPr id="14" name="TextBox 20"/>
          <p:cNvSpPr txBox="1"/>
          <p:nvPr/>
        </p:nvSpPr>
        <p:spPr>
          <a:xfrm>
            <a:off x="5724128" y="3429000"/>
            <a:ext cx="29017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000" dirty="0"/>
              <a:t>Fehler; fertig;  terminiert</a:t>
            </a:r>
          </a:p>
        </p:txBody>
      </p:sp>
    </p:spTree>
    <p:extLst>
      <p:ext uri="{BB962C8B-B14F-4D97-AF65-F5344CB8AC3E}">
        <p14:creationId xmlns:p14="http://schemas.microsoft.com/office/powerpoint/2010/main" val="1852735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Übergänge zwischen den Prozesszuständen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10</a:t>
            </a:fld>
            <a:endParaRPr lang="en-US" noProof="0" dirty="0"/>
          </a:p>
        </p:txBody>
      </p:sp>
      <p:grpSp>
        <p:nvGrpSpPr>
          <p:cNvPr id="22" name="Gruppieren 21"/>
          <p:cNvGrpSpPr/>
          <p:nvPr/>
        </p:nvGrpSpPr>
        <p:grpSpPr>
          <a:xfrm>
            <a:off x="145494" y="1282863"/>
            <a:ext cx="8659529" cy="5314369"/>
            <a:chOff x="145494" y="1282863"/>
            <a:chExt cx="8659529" cy="5314369"/>
          </a:xfrm>
        </p:grpSpPr>
        <p:sp>
          <p:nvSpPr>
            <p:cNvPr id="5" name="Rounded Rectangle 4"/>
            <p:cNvSpPr/>
            <p:nvPr/>
          </p:nvSpPr>
          <p:spPr>
            <a:xfrm>
              <a:off x="145494" y="1299497"/>
              <a:ext cx="2952328" cy="1080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Neu</a:t>
              </a:r>
              <a:r>
                <a:rPr lang="de-DE" sz="2000" dirty="0"/>
                <a:t>: Prozess wird erstellt</a:t>
              </a: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145494" y="3224239"/>
              <a:ext cx="3672408" cy="10801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A. Bereit (ready)</a:t>
              </a:r>
              <a:r>
                <a:rPr lang="de-DE" sz="2000" dirty="0"/>
                <a:t>: Prozess wartet, um zu einer CPU zugeordnet zu werden</a:t>
              </a: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852695" y="3223308"/>
              <a:ext cx="2952328" cy="108012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C. Laufend (running)</a:t>
              </a:r>
              <a:r>
                <a:rPr lang="de-DE" sz="2000" dirty="0"/>
                <a:t>: Prozess wird ausgeführt</a:t>
              </a: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2843808" y="5517232"/>
              <a:ext cx="3886400" cy="1080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B. Wartend (waiting </a:t>
              </a:r>
            </a:p>
            <a:p>
              <a:pPr algn="ctr"/>
              <a:r>
                <a:rPr lang="de-DE" sz="2000" dirty="0">
                  <a:solidFill>
                    <a:schemeClr val="tx1"/>
                  </a:solidFill>
                </a:rPr>
                <a:t>bzw.</a:t>
              </a:r>
              <a:r>
                <a:rPr lang="de-DE" sz="2000" b="1" dirty="0">
                  <a:solidFill>
                    <a:srgbClr val="FF0000"/>
                  </a:solidFill>
                </a:rPr>
                <a:t> blocked)</a:t>
              </a:r>
              <a:r>
                <a:rPr lang="de-DE" sz="2000" dirty="0"/>
                <a:t>: </a:t>
              </a:r>
            </a:p>
            <a:p>
              <a:pPr algn="ctr"/>
              <a:r>
                <a:rPr lang="de-DE" sz="2000" dirty="0"/>
                <a:t>Prozess wartet auf ein Ereignis </a:t>
              </a: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5834126" y="1282863"/>
              <a:ext cx="2952328" cy="1080000"/>
            </a:xfrm>
            <a:prstGeom prst="round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2000" b="1" dirty="0">
                  <a:solidFill>
                    <a:srgbClr val="FF0000"/>
                  </a:solidFill>
                </a:rPr>
                <a:t>Beendet (terminated)</a:t>
              </a:r>
              <a:r>
                <a:rPr lang="de-DE" sz="2000" dirty="0"/>
                <a:t>: Der Prozess hat die Ausführung beendet</a:t>
              </a:r>
            </a:p>
          </p:txBody>
        </p:sp>
        <p:cxnSp>
          <p:nvCxnSpPr>
            <p:cNvPr id="11" name="Straight Arrow Connector 10"/>
            <p:cNvCxnSpPr>
              <a:stCxn id="5" idx="2"/>
              <a:endCxn id="7" idx="0"/>
            </p:cNvCxnSpPr>
            <p:nvPr/>
          </p:nvCxnSpPr>
          <p:spPr>
            <a:xfrm>
              <a:off x="1621658" y="2379497"/>
              <a:ext cx="360040" cy="844742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1909690" y="2515422"/>
              <a:ext cx="151195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/>
                <a:t>Zugelassen</a:t>
              </a:r>
            </a:p>
          </p:txBody>
        </p:sp>
        <p:cxnSp>
          <p:nvCxnSpPr>
            <p:cNvPr id="13" name="Straight Arrow Connector 12"/>
            <p:cNvCxnSpPr>
              <a:stCxn id="8" idx="0"/>
              <a:endCxn id="10" idx="2"/>
            </p:cNvCxnSpPr>
            <p:nvPr/>
          </p:nvCxnSpPr>
          <p:spPr>
            <a:xfrm flipH="1" flipV="1">
              <a:off x="7310290" y="2362863"/>
              <a:ext cx="18569" cy="860445"/>
            </a:xfrm>
            <a:prstGeom prst="straightConnector1">
              <a:avLst/>
            </a:prstGeom>
            <a:ln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648206" y="2492896"/>
              <a:ext cx="29017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2000" dirty="0"/>
                <a:t>Fehler; fertig;  terminiert</a:t>
              </a:r>
            </a:p>
          </p:txBody>
        </p:sp>
        <p:cxnSp>
          <p:nvCxnSpPr>
            <p:cNvPr id="16" name="Elbow Connector 15"/>
            <p:cNvCxnSpPr>
              <a:stCxn id="7" idx="2"/>
              <a:endCxn id="8" idx="2"/>
            </p:cNvCxnSpPr>
            <p:nvPr/>
          </p:nvCxnSpPr>
          <p:spPr>
            <a:xfrm rot="5400000" flipH="1" flipV="1">
              <a:off x="4654812" y="1630313"/>
              <a:ext cx="931" cy="5347161"/>
            </a:xfrm>
            <a:prstGeom prst="bentConnector3">
              <a:avLst>
                <a:gd name="adj1" fmla="val -24554243"/>
              </a:avLst>
            </a:prstGeom>
            <a:ln>
              <a:solidFill>
                <a:srgbClr val="FFC000"/>
              </a:solidFill>
              <a:headEnd type="arrow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3851920" y="2996952"/>
              <a:ext cx="184595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/>
                <a:t>Scheduler</a:t>
              </a:r>
            </a:p>
            <a:p>
              <a:pPr algn="ctr"/>
              <a:r>
                <a:rPr lang="de-DE" sz="2000" dirty="0"/>
                <a:t>aktiviert den P.</a:t>
              </a:r>
            </a:p>
          </p:txBody>
        </p:sp>
        <p:cxnSp>
          <p:nvCxnSpPr>
            <p:cNvPr id="20" name="Straight Arrow Connector 19"/>
            <p:cNvCxnSpPr>
              <a:stCxn id="8" idx="1"/>
              <a:endCxn id="7" idx="3"/>
            </p:cNvCxnSpPr>
            <p:nvPr/>
          </p:nvCxnSpPr>
          <p:spPr>
            <a:xfrm flipH="1">
              <a:off x="3817902" y="3763368"/>
              <a:ext cx="2034793" cy="931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arrow" w="med" len="med"/>
              <a:tailEnd type="none" w="med" len="med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/>
            <p:cNvSpPr txBox="1"/>
            <p:nvPr/>
          </p:nvSpPr>
          <p:spPr>
            <a:xfrm>
              <a:off x="2771800" y="4581128"/>
              <a:ext cx="425789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/>
                <a:t>Interrupt (Zeitscheibe ging zu Ende)</a:t>
              </a:r>
            </a:p>
          </p:txBody>
        </p:sp>
        <p:cxnSp>
          <p:nvCxnSpPr>
            <p:cNvPr id="25" name="Straight Arrow Connector 24"/>
            <p:cNvCxnSpPr>
              <a:endCxn id="9" idx="3"/>
            </p:cNvCxnSpPr>
            <p:nvPr/>
          </p:nvCxnSpPr>
          <p:spPr>
            <a:xfrm flipH="1">
              <a:off x="6730208" y="4304358"/>
              <a:ext cx="1874240" cy="1857431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7260075" y="5233073"/>
              <a:ext cx="1526379" cy="10762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2000" dirty="0"/>
                <a:t>I/O oder </a:t>
              </a:r>
            </a:p>
            <a:p>
              <a:pPr algn="r"/>
              <a:r>
                <a:rPr lang="de-DE" sz="2000" dirty="0"/>
                <a:t>warten auf </a:t>
              </a:r>
            </a:p>
            <a:p>
              <a:pPr algn="r"/>
              <a:r>
                <a:rPr lang="de-DE" sz="2000" dirty="0"/>
                <a:t>ein Ereignis</a:t>
              </a:r>
            </a:p>
          </p:txBody>
        </p:sp>
        <p:cxnSp>
          <p:nvCxnSpPr>
            <p:cNvPr id="30" name="Straight Arrow Connector 29"/>
            <p:cNvCxnSpPr>
              <a:stCxn id="9" idx="1"/>
            </p:cNvCxnSpPr>
            <p:nvPr/>
          </p:nvCxnSpPr>
          <p:spPr>
            <a:xfrm flipH="1" flipV="1">
              <a:off x="755576" y="4303428"/>
              <a:ext cx="2088232" cy="1753804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arrow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395536" y="5229200"/>
              <a:ext cx="176683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2000" dirty="0"/>
                <a:t>I/O beendet </a:t>
              </a:r>
              <a:br>
                <a:rPr lang="de-DE" sz="2000" dirty="0"/>
              </a:br>
              <a:r>
                <a:rPr lang="de-DE" sz="2000" dirty="0"/>
                <a:t>oder Ereignis </a:t>
              </a:r>
            </a:p>
            <a:p>
              <a:pPr algn="ctr"/>
              <a:r>
                <a:rPr lang="de-DE" sz="2000" dirty="0"/>
                <a:t>aufgetreten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26348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11</a:t>
            </a:fld>
            <a:endParaRPr lang="de-DE"/>
          </a:p>
        </p:txBody>
      </p:sp>
      <p:pic>
        <p:nvPicPr>
          <p:cNvPr id="2050" name="Picture 2" descr="C:\Artur\Academic\Lehre\10.WS-IBN\VL\figures\vl04\threads-on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8520" y="-64714"/>
            <a:ext cx="11608858" cy="6922714"/>
          </a:xfrm>
          <a:prstGeom prst="rect">
            <a:avLst/>
          </a:prstGeom>
          <a:noFill/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2843808" y="2636912"/>
            <a:ext cx="3600400" cy="1368152"/>
          </a:xfrm>
          <a:solidFill>
            <a:schemeClr val="bg1"/>
          </a:solidFill>
        </p:spPr>
        <p:txBody>
          <a:bodyPr/>
          <a:lstStyle/>
          <a:p>
            <a:r>
              <a:rPr lang="de-DE" dirty="0"/>
              <a:t>Threads</a:t>
            </a:r>
          </a:p>
        </p:txBody>
      </p:sp>
    </p:spTree>
    <p:extLst>
      <p:ext uri="{BB962C8B-B14F-4D97-AF65-F5344CB8AC3E}">
        <p14:creationId xmlns:p14="http://schemas.microsoft.com/office/powerpoint/2010/main" val="678656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Threads und Multithreading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sz="2400" dirty="0"/>
              <a:t>In modernen BS gibt es „Miniprozesse“, sog. </a:t>
            </a:r>
            <a:r>
              <a:rPr lang="de-DE" sz="2400" b="1" dirty="0">
                <a:solidFill>
                  <a:srgbClr val="FF0000"/>
                </a:solidFill>
              </a:rPr>
              <a:t>Threads</a:t>
            </a:r>
          </a:p>
          <a:p>
            <a:pPr lvl="1"/>
            <a:r>
              <a:rPr lang="de-DE" dirty="0"/>
              <a:t>Deutsch: Ausführungsstrang, Faden, Aktivitätsträger</a:t>
            </a:r>
          </a:p>
          <a:p>
            <a:r>
              <a:rPr lang="de-DE" sz="2400" b="1" dirty="0">
                <a:solidFill>
                  <a:srgbClr val="FF0000"/>
                </a:solidFill>
              </a:rPr>
              <a:t>Multithreading </a:t>
            </a:r>
            <a:r>
              <a:rPr lang="de-DE" sz="2400" dirty="0"/>
              <a:t>ist die Möglichkeit, mehrere solche Threads in einem einzigen Prozess zu verwenden</a:t>
            </a:r>
            <a:endParaRPr lang="de-DE" sz="2400" b="1" dirty="0">
              <a:solidFill>
                <a:srgbClr val="FF0000"/>
              </a:solidFill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24121F8-559D-4559-96D0-A392F8825F3B}"/>
              </a:ext>
            </a:extLst>
          </p:cNvPr>
          <p:cNvGrpSpPr/>
          <p:nvPr/>
        </p:nvGrpSpPr>
        <p:grpSpPr>
          <a:xfrm>
            <a:off x="395536" y="3184471"/>
            <a:ext cx="5112568" cy="3523490"/>
            <a:chOff x="395536" y="3184471"/>
            <a:chExt cx="5112568" cy="3523490"/>
          </a:xfrm>
        </p:grpSpPr>
        <p:pic>
          <p:nvPicPr>
            <p:cNvPr id="5" name="Picture 10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5536" y="3184471"/>
              <a:ext cx="5112568" cy="3383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feld 11"/>
            <p:cNvSpPr txBox="1"/>
            <p:nvPr/>
          </p:nvSpPr>
          <p:spPr>
            <a:xfrm>
              <a:off x="422945" y="6307851"/>
              <a:ext cx="1996059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e-DE" sz="2000" dirty="0"/>
                <a:t>Single-</a:t>
              </a:r>
              <a:r>
                <a:rPr lang="de-DE" sz="2000" dirty="0" err="1"/>
                <a:t>threaded</a:t>
              </a:r>
              <a:endParaRPr lang="de-DE" sz="2000" dirty="0"/>
            </a:p>
          </p:txBody>
        </p:sp>
        <p:sp>
          <p:nvSpPr>
            <p:cNvPr id="13" name="Textfeld 12"/>
            <p:cNvSpPr txBox="1"/>
            <p:nvPr/>
          </p:nvSpPr>
          <p:spPr>
            <a:xfrm>
              <a:off x="3096884" y="6307851"/>
              <a:ext cx="1822935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de-DE" sz="2000" dirty="0"/>
                <a:t>Multi-</a:t>
              </a:r>
              <a:r>
                <a:rPr lang="de-DE" sz="2000" dirty="0" err="1"/>
                <a:t>threaded</a:t>
              </a:r>
              <a:endParaRPr lang="de-DE" sz="2000" dirty="0"/>
            </a:p>
          </p:txBody>
        </p:sp>
      </p:grpSp>
      <p:sp>
        <p:nvSpPr>
          <p:cNvPr id="6" name="Rechteck 5">
            <a:extLst>
              <a:ext uri="{FF2B5EF4-FFF2-40B4-BE49-F238E27FC236}">
                <a16:creationId xmlns:a16="http://schemas.microsoft.com/office/drawing/2014/main" id="{90B5390D-839E-44CB-9F4A-7E5B89AAD150}"/>
              </a:ext>
            </a:extLst>
          </p:cNvPr>
          <p:cNvSpPr/>
          <p:nvPr/>
        </p:nvSpPr>
        <p:spPr>
          <a:xfrm>
            <a:off x="5729858" y="3179138"/>
            <a:ext cx="3384376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Clr>
                <a:schemeClr val="accent1"/>
              </a:buClr>
              <a:buSzPct val="76000"/>
            </a:pPr>
            <a:r>
              <a:rPr lang="de-DE" sz="2400" dirty="0"/>
              <a:t>Hauptmotivation: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de-DE" sz="2200" dirty="0"/>
              <a:t>Man möchte die Nebenläufigkeit nutzen</a:t>
            </a:r>
          </a:p>
          <a:p>
            <a:pPr marL="274320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de-DE" sz="2200" dirty="0"/>
              <a:t>Aber zugleich die Daten/Speicher eines Prozesses </a:t>
            </a:r>
            <a:r>
              <a:rPr lang="de-DE" sz="2200" i="1" dirty="0"/>
              <a:t>einfach</a:t>
            </a:r>
            <a:r>
              <a:rPr lang="de-DE" sz="2200" dirty="0"/>
              <a:t> teilen (gemeinsam verwenden)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84A01451-F88F-468E-A3B0-A57138316784}"/>
                  </a:ext>
                </a:extLst>
              </p14:cNvPr>
              <p14:cNvContentPartPr/>
              <p14:nvPr/>
            </p14:nvContentPartPr>
            <p14:xfrm>
              <a:off x="5558760" y="5978880"/>
              <a:ext cx="22680" cy="1224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84A01451-F88F-468E-A3B0-A571383167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49400" y="5969520"/>
                <a:ext cx="41400" cy="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924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Vorteile von Threads gegenüber Prozessen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5210196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Einfache Kommunikation </a:t>
            </a:r>
            <a:r>
              <a:rPr lang="de-DE" dirty="0"/>
              <a:t>zwischen Threads</a:t>
            </a:r>
          </a:p>
          <a:p>
            <a:pPr lvl="1"/>
            <a:r>
              <a:rPr lang="de-DE" dirty="0"/>
              <a:t>Gemeinsamer Speicher des Prozesses als Default</a:t>
            </a:r>
          </a:p>
          <a:p>
            <a:r>
              <a:rPr lang="de-DE" dirty="0"/>
              <a:t>Höhere </a:t>
            </a:r>
            <a:r>
              <a:rPr lang="de-DE" dirty="0">
                <a:solidFill>
                  <a:srgbClr val="0070C0"/>
                </a:solidFill>
              </a:rPr>
              <a:t>Reaktionsfreudigkeit</a:t>
            </a:r>
            <a:r>
              <a:rPr lang="de-DE" dirty="0"/>
              <a:t> (</a:t>
            </a:r>
            <a:r>
              <a:rPr lang="en-US" dirty="0"/>
              <a:t>responsiveness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Verschiedene Funktionen eines Programmes werden in verschiedenen Threads ausgeführt</a:t>
            </a:r>
          </a:p>
          <a:p>
            <a:r>
              <a:rPr lang="de-DE" dirty="0">
                <a:solidFill>
                  <a:srgbClr val="0070C0"/>
                </a:solidFill>
              </a:rPr>
              <a:t>Skalierbarkeit</a:t>
            </a:r>
          </a:p>
          <a:p>
            <a:pPr lvl="1"/>
            <a:r>
              <a:rPr lang="de-DE" dirty="0"/>
              <a:t>I.A. kann man mehr Threads als Prozesse ausführen</a:t>
            </a:r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13</a:t>
            </a:fld>
            <a:endParaRPr lang="en-US" noProof="0" dirty="0"/>
          </a:p>
        </p:txBody>
      </p:sp>
      <p:grpSp>
        <p:nvGrpSpPr>
          <p:cNvPr id="8" name="Group 7"/>
          <p:cNvGrpSpPr/>
          <p:nvPr/>
        </p:nvGrpSpPr>
        <p:grpSpPr>
          <a:xfrm>
            <a:off x="755576" y="4636120"/>
            <a:ext cx="7561846" cy="1987541"/>
            <a:chOff x="755576" y="4636120"/>
            <a:chExt cx="7561846" cy="1987541"/>
          </a:xfrm>
        </p:grpSpPr>
        <p:pic>
          <p:nvPicPr>
            <p:cNvPr id="6" name="Picture 4" descr="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755576" y="4636120"/>
              <a:ext cx="5688632" cy="19875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Right Brace 4"/>
            <p:cNvSpPr/>
            <p:nvPr/>
          </p:nvSpPr>
          <p:spPr>
            <a:xfrm>
              <a:off x="6588224" y="4636121"/>
              <a:ext cx="432048" cy="1584176"/>
            </a:xfrm>
            <a:prstGeom prst="rightBrac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020272" y="5197376"/>
              <a:ext cx="12971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Prozess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4785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Zwei Arten von Threads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507288" cy="5210196"/>
          </a:xfrm>
        </p:spPr>
        <p:txBody>
          <a:bodyPr>
            <a:normAutofit/>
          </a:bodyPr>
          <a:lstStyle/>
          <a:p>
            <a:r>
              <a:rPr lang="de-DE" sz="2400" b="1" dirty="0">
                <a:solidFill>
                  <a:srgbClr val="0070C0"/>
                </a:solidFill>
              </a:rPr>
              <a:t>Benutzer-Threads</a:t>
            </a:r>
            <a:r>
              <a:rPr lang="de-DE" sz="2400" dirty="0"/>
              <a:t>: Verwaltung direkt durch einen Prozess</a:t>
            </a:r>
          </a:p>
          <a:p>
            <a:r>
              <a:rPr lang="de-DE" sz="2400" b="1" dirty="0">
                <a:solidFill>
                  <a:srgbClr val="0070C0"/>
                </a:solidFill>
              </a:rPr>
              <a:t>Kernel-Threads</a:t>
            </a:r>
            <a:r>
              <a:rPr lang="de-DE" sz="2400" dirty="0"/>
              <a:t>: Verwaltung durch das Betriebssystem</a:t>
            </a:r>
          </a:p>
        </p:txBody>
      </p:sp>
      <p:pic>
        <p:nvPicPr>
          <p:cNvPr id="5" name="Picture 6" descr="D:\b\b4\IBM\02-16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348880"/>
            <a:ext cx="8070070" cy="38164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feld 5"/>
          <p:cNvSpPr txBox="1"/>
          <p:nvPr/>
        </p:nvSpPr>
        <p:spPr>
          <a:xfrm>
            <a:off x="1547664" y="6309320"/>
            <a:ext cx="2366353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chemeClr val="tx1"/>
                </a:solidFill>
              </a:rPr>
              <a:t>Benutzer-Threads</a:t>
            </a:r>
            <a:endParaRPr lang="de-DE" sz="2000" dirty="0">
              <a:solidFill>
                <a:schemeClr val="tx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6012160" y="6309320"/>
            <a:ext cx="2066591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chemeClr val="tx1"/>
                </a:solidFill>
              </a:rPr>
              <a:t>Kernel-Threads</a:t>
            </a:r>
            <a:endParaRPr lang="de-DE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507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094307-E25F-4444-A614-ACB343098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Ablauf des Wechsels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CC062EA-F862-44FA-B0A0-C1D04204B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C6425CA-52DE-4729-AE4C-986EE629851F}"/>
              </a:ext>
            </a:extLst>
          </p:cNvPr>
          <p:cNvSpPr txBox="1"/>
          <p:nvPr/>
        </p:nvSpPr>
        <p:spPr>
          <a:xfrm>
            <a:off x="1354713" y="5877939"/>
            <a:ext cx="2366353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de-DE" sz="2000" b="1" dirty="0">
                <a:solidFill>
                  <a:schemeClr val="tx1"/>
                </a:solidFill>
              </a:rPr>
              <a:t>Benutzer-Threads</a:t>
            </a:r>
            <a:endParaRPr lang="de-DE" sz="2000" dirty="0">
              <a:solidFill>
                <a:schemeClr val="tx1"/>
              </a:solidFill>
            </a:endParaRPr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5223075C-3A3A-46CC-84FF-2D40E5A66441}"/>
              </a:ext>
            </a:extLst>
          </p:cNvPr>
          <p:cNvGrpSpPr/>
          <p:nvPr/>
        </p:nvGrpSpPr>
        <p:grpSpPr>
          <a:xfrm>
            <a:off x="1259632" y="1556792"/>
            <a:ext cx="2515110" cy="3064406"/>
            <a:chOff x="616730" y="2308810"/>
            <a:chExt cx="2016224" cy="2416334"/>
          </a:xfrm>
        </p:grpSpPr>
        <p:grpSp>
          <p:nvGrpSpPr>
            <p:cNvPr id="40" name="Gruppieren 39">
              <a:extLst>
                <a:ext uri="{FF2B5EF4-FFF2-40B4-BE49-F238E27FC236}">
                  <a16:creationId xmlns:a16="http://schemas.microsoft.com/office/drawing/2014/main" id="{D8D38020-E4E6-44EF-B382-1F3B95066EB3}"/>
                </a:ext>
              </a:extLst>
            </p:cNvPr>
            <p:cNvGrpSpPr/>
            <p:nvPr/>
          </p:nvGrpSpPr>
          <p:grpSpPr>
            <a:xfrm>
              <a:off x="616730" y="2708920"/>
              <a:ext cx="2016224" cy="2016224"/>
              <a:chOff x="539552" y="3356992"/>
              <a:chExt cx="1620000" cy="1620000"/>
            </a:xfrm>
          </p:grpSpPr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3B0CA2D9-C967-4E2E-874A-3F11C226E833}"/>
                  </a:ext>
                </a:extLst>
              </p:cNvPr>
              <p:cNvSpPr/>
              <p:nvPr/>
            </p:nvSpPr>
            <p:spPr>
              <a:xfrm>
                <a:off x="539552" y="3356992"/>
                <a:ext cx="1620000" cy="1620000"/>
              </a:xfrm>
              <a:prstGeom prst="ellipse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4F8B"/>
                  </a:solidFill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31" name="Freihand 30">
                    <a:extLst>
                      <a:ext uri="{FF2B5EF4-FFF2-40B4-BE49-F238E27FC236}">
                        <a16:creationId xmlns:a16="http://schemas.microsoft.com/office/drawing/2014/main" id="{9E1BED41-1BAF-4CB4-997B-392474922A9E}"/>
                      </a:ext>
                    </a:extLst>
                  </p14:cNvPr>
                  <p14:cNvContentPartPr/>
                  <p14:nvPr/>
                </p14:nvContentPartPr>
                <p14:xfrm>
                  <a:off x="896503" y="3629972"/>
                  <a:ext cx="103320" cy="889920"/>
                </p14:xfrm>
              </p:contentPart>
            </mc:Choice>
            <mc:Fallback xmlns="">
              <p:pic>
                <p:nvPicPr>
                  <p:cNvPr id="31" name="Freihand 30">
                    <a:extLst>
                      <a:ext uri="{FF2B5EF4-FFF2-40B4-BE49-F238E27FC236}">
                        <a16:creationId xmlns:a16="http://schemas.microsoft.com/office/drawing/2014/main" id="{9E1BED41-1BAF-4CB4-997B-392474922A9E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84894" y="3618569"/>
                    <a:ext cx="126306" cy="9124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">
                <p14:nvContentPartPr>
                  <p14:cNvPr id="32" name="Freihand 31">
                    <a:extLst>
                      <a:ext uri="{FF2B5EF4-FFF2-40B4-BE49-F238E27FC236}">
                        <a16:creationId xmlns:a16="http://schemas.microsoft.com/office/drawing/2014/main" id="{47C4A59B-48A1-4B83-922B-9387C9CC01FA}"/>
                      </a:ext>
                    </a:extLst>
                  </p14:cNvPr>
                  <p14:cNvContentPartPr/>
                  <p14:nvPr/>
                </p14:nvContentPartPr>
                <p14:xfrm>
                  <a:off x="1352936" y="3622772"/>
                  <a:ext cx="68760" cy="897120"/>
                </p14:xfrm>
              </p:contentPart>
            </mc:Choice>
            <mc:Fallback xmlns="">
              <p:pic>
                <p:nvPicPr>
                  <p:cNvPr id="32" name="Freihand 31">
                    <a:extLst>
                      <a:ext uri="{FF2B5EF4-FFF2-40B4-BE49-F238E27FC236}">
                        <a16:creationId xmlns:a16="http://schemas.microsoft.com/office/drawing/2014/main" id="{47C4A59B-48A1-4B83-922B-9387C9CC01FA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341321" y="3611364"/>
                    <a:ext cx="91757" cy="9197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">
                <p14:nvContentPartPr>
                  <p14:cNvPr id="34" name="Freihand 33">
                    <a:extLst>
                      <a:ext uri="{FF2B5EF4-FFF2-40B4-BE49-F238E27FC236}">
                        <a16:creationId xmlns:a16="http://schemas.microsoft.com/office/drawing/2014/main" id="{D659F1BC-A12A-4BE6-B52E-E5843E792F7D}"/>
                      </a:ext>
                    </a:extLst>
                  </p14:cNvPr>
                  <p14:cNvContentPartPr/>
                  <p14:nvPr/>
                </p14:nvContentPartPr>
                <p14:xfrm>
                  <a:off x="1702183" y="3629079"/>
                  <a:ext cx="90360" cy="883080"/>
                </p14:xfrm>
              </p:contentPart>
            </mc:Choice>
            <mc:Fallback xmlns="">
              <p:pic>
                <p:nvPicPr>
                  <p:cNvPr id="34" name="Freihand 33">
                    <a:extLst>
                      <a:ext uri="{FF2B5EF4-FFF2-40B4-BE49-F238E27FC236}">
                        <a16:creationId xmlns:a16="http://schemas.microsoft.com/office/drawing/2014/main" id="{D659F1BC-A12A-4BE6-B52E-E5843E792F7D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690801" y="3617673"/>
                    <a:ext cx="113357" cy="905665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43BEB74E-0079-417E-AF52-8212599CF091}"/>
                </a:ext>
              </a:extLst>
            </p:cNvPr>
            <p:cNvSpPr txBox="1"/>
            <p:nvPr/>
          </p:nvSpPr>
          <p:spPr>
            <a:xfrm>
              <a:off x="1125280" y="2308810"/>
              <a:ext cx="111120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>
                  <a:solidFill>
                    <a:schemeClr val="accent1"/>
                  </a:solidFill>
                </a:rPr>
                <a:t>Prozess</a:t>
              </a:r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6C7A0EBD-A275-439E-BC74-23DB1A6222B9}"/>
                </a:ext>
              </a:extLst>
            </p:cNvPr>
            <p:cNvSpPr txBox="1"/>
            <p:nvPr/>
          </p:nvSpPr>
          <p:spPr>
            <a:xfrm>
              <a:off x="930969" y="4256854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rgbClr val="FFC000"/>
                  </a:solidFill>
                </a:rPr>
                <a:t>T1</a:t>
              </a:r>
              <a:endParaRPr lang="en-US" b="1" dirty="0">
                <a:solidFill>
                  <a:srgbClr val="FFC000"/>
                </a:solidFill>
              </a:endParaRP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DCA41C1E-3EFA-4E26-B863-1F5E223D03BF}"/>
                </a:ext>
              </a:extLst>
            </p:cNvPr>
            <p:cNvSpPr txBox="1"/>
            <p:nvPr/>
          </p:nvSpPr>
          <p:spPr>
            <a:xfrm>
              <a:off x="1430431" y="4256854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rgbClr val="FFC000"/>
                  </a:solidFill>
                </a:rPr>
                <a:t>T2</a:t>
              </a:r>
              <a:endParaRPr lang="en-US" b="1" dirty="0">
                <a:solidFill>
                  <a:srgbClr val="FFC000"/>
                </a:solidFill>
              </a:endParaRP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13692728-D1B3-409A-8B3F-9207178C7939}"/>
                </a:ext>
              </a:extLst>
            </p:cNvPr>
            <p:cNvSpPr txBox="1"/>
            <p:nvPr/>
          </p:nvSpPr>
          <p:spPr>
            <a:xfrm>
              <a:off x="1883825" y="4256854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rgbClr val="FFC000"/>
                  </a:solidFill>
                </a:rPr>
                <a:t>T3</a:t>
              </a:r>
              <a:endParaRPr lang="en-US" b="1" dirty="0">
                <a:solidFill>
                  <a:srgbClr val="FFC000"/>
                </a:solidFill>
              </a:endParaRPr>
            </a:p>
          </p:txBody>
        </p:sp>
      </p:grp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CCA733F-677B-45C5-83F3-5326735D82AE}"/>
              </a:ext>
            </a:extLst>
          </p:cNvPr>
          <p:cNvCxnSpPr/>
          <p:nvPr/>
        </p:nvCxnSpPr>
        <p:spPr>
          <a:xfrm>
            <a:off x="1081657" y="4869160"/>
            <a:ext cx="2952328" cy="0"/>
          </a:xfrm>
          <a:prstGeom prst="line">
            <a:avLst/>
          </a:prstGeom>
          <a:ln w="57150">
            <a:solidFill>
              <a:srgbClr val="00B0F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Textfeld 47">
            <a:extLst>
              <a:ext uri="{FF2B5EF4-FFF2-40B4-BE49-F238E27FC236}">
                <a16:creationId xmlns:a16="http://schemas.microsoft.com/office/drawing/2014/main" id="{F3BDA1CE-A391-4DD2-AAD1-3817FC5BB5ED}"/>
              </a:ext>
            </a:extLst>
          </p:cNvPr>
          <p:cNvSpPr txBox="1"/>
          <p:nvPr/>
        </p:nvSpPr>
        <p:spPr>
          <a:xfrm>
            <a:off x="443655" y="5117123"/>
            <a:ext cx="926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solidFill>
                  <a:srgbClr val="FF0000"/>
                </a:solidFill>
              </a:rPr>
              <a:t>Kernel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CBD240AB-02B1-4419-AB5F-F7FDB92DD893}"/>
              </a:ext>
            </a:extLst>
          </p:cNvPr>
          <p:cNvSpPr txBox="1"/>
          <p:nvPr/>
        </p:nvSpPr>
        <p:spPr>
          <a:xfrm>
            <a:off x="4908151" y="5146305"/>
            <a:ext cx="9268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dirty="0">
                <a:solidFill>
                  <a:srgbClr val="FF0000"/>
                </a:solidFill>
              </a:rPr>
              <a:t>Kernel</a:t>
            </a:r>
            <a:endParaRPr lang="en-US" sz="2000" dirty="0">
              <a:solidFill>
                <a:srgbClr val="FF0000"/>
              </a:solidFill>
            </a:endParaRPr>
          </a:p>
        </p:txBody>
      </p:sp>
      <p:grpSp>
        <p:nvGrpSpPr>
          <p:cNvPr id="150" name="Gruppieren 149">
            <a:extLst>
              <a:ext uri="{FF2B5EF4-FFF2-40B4-BE49-F238E27FC236}">
                <a16:creationId xmlns:a16="http://schemas.microsoft.com/office/drawing/2014/main" id="{C1EC96C9-BC04-4509-B974-D6BF42D4BB05}"/>
              </a:ext>
            </a:extLst>
          </p:cNvPr>
          <p:cNvGrpSpPr/>
          <p:nvPr/>
        </p:nvGrpSpPr>
        <p:grpSpPr>
          <a:xfrm>
            <a:off x="5546153" y="1585974"/>
            <a:ext cx="2952328" cy="4692075"/>
            <a:chOff x="5546153" y="1585974"/>
            <a:chExt cx="2952328" cy="4692075"/>
          </a:xfrm>
        </p:grpSpPr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FBFA95F4-7A73-453E-B2F9-F5F355D83810}"/>
                </a:ext>
              </a:extLst>
            </p:cNvPr>
            <p:cNvSpPr txBox="1"/>
            <p:nvPr/>
          </p:nvSpPr>
          <p:spPr>
            <a:xfrm>
              <a:off x="6076370" y="5877939"/>
              <a:ext cx="2066591" cy="400110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 sz="2000" b="1" dirty="0">
                  <a:solidFill>
                    <a:schemeClr val="tx1"/>
                  </a:solidFill>
                </a:rPr>
                <a:t>Kernel-Threads</a:t>
              </a:r>
              <a:endParaRPr lang="de-DE" sz="2000" dirty="0">
                <a:solidFill>
                  <a:schemeClr val="tx1"/>
                </a:solidFill>
              </a:endParaRPr>
            </a:p>
          </p:txBody>
        </p:sp>
        <p:grpSp>
          <p:nvGrpSpPr>
            <p:cNvPr id="69" name="Gruppieren 68">
              <a:extLst>
                <a:ext uri="{FF2B5EF4-FFF2-40B4-BE49-F238E27FC236}">
                  <a16:creationId xmlns:a16="http://schemas.microsoft.com/office/drawing/2014/main" id="{EC83AA6B-08ED-435E-9C58-E5CA25A26039}"/>
                </a:ext>
              </a:extLst>
            </p:cNvPr>
            <p:cNvGrpSpPr/>
            <p:nvPr/>
          </p:nvGrpSpPr>
          <p:grpSpPr>
            <a:xfrm>
              <a:off x="5724128" y="2093395"/>
              <a:ext cx="2515110" cy="2556985"/>
              <a:chOff x="539552" y="3356992"/>
              <a:chExt cx="1620000" cy="1620000"/>
            </a:xfrm>
          </p:grpSpPr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B74D7003-289F-4AFF-8CED-7E087B7A8F7E}"/>
                  </a:ext>
                </a:extLst>
              </p:cNvPr>
              <p:cNvSpPr/>
              <p:nvPr/>
            </p:nvSpPr>
            <p:spPr>
              <a:xfrm>
                <a:off x="539552" y="3356992"/>
                <a:ext cx="1620000" cy="1620000"/>
              </a:xfrm>
              <a:prstGeom prst="ellipse">
                <a:avLst/>
              </a:prstGeom>
              <a:ln/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4F8B"/>
                  </a:solidFill>
                </a:endParaRPr>
              </a:p>
            </p:txBody>
          </p:sp>
          <mc:AlternateContent xmlns:mc="http://schemas.openxmlformats.org/markup-compatibility/2006" xmlns:p14="http://schemas.microsoft.com/office/powerpoint/2010/main">
            <mc:Choice Requires="p14">
              <p:contentPart p14:bwMode="auto" r:id="rId9">
                <p14:nvContentPartPr>
                  <p14:cNvPr id="75" name="Freihand 74">
                    <a:extLst>
                      <a:ext uri="{FF2B5EF4-FFF2-40B4-BE49-F238E27FC236}">
                        <a16:creationId xmlns:a16="http://schemas.microsoft.com/office/drawing/2014/main" id="{1B2ED9E1-E19C-4373-8C50-2E651740DD7C}"/>
                      </a:ext>
                    </a:extLst>
                  </p14:cNvPr>
                  <p14:cNvContentPartPr/>
                  <p14:nvPr/>
                </p14:nvContentPartPr>
                <p14:xfrm>
                  <a:off x="896503" y="3855249"/>
                  <a:ext cx="103320" cy="889920"/>
                </p14:xfrm>
              </p:contentPart>
            </mc:Choice>
            <mc:Fallback xmlns="">
              <p:pic>
                <p:nvPicPr>
                  <p:cNvPr id="75" name="Freihand 74">
                    <a:extLst>
                      <a:ext uri="{FF2B5EF4-FFF2-40B4-BE49-F238E27FC236}">
                        <a16:creationId xmlns:a16="http://schemas.microsoft.com/office/drawing/2014/main" id="{1B2ED9E1-E19C-4373-8C50-2E651740DD7C}"/>
                      </a:ext>
                    </a:extLst>
                  </p:cNvPr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884894" y="3843846"/>
                    <a:ext cx="126306" cy="912499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76" name="Freihand 75">
                    <a:extLst>
                      <a:ext uri="{FF2B5EF4-FFF2-40B4-BE49-F238E27FC236}">
                        <a16:creationId xmlns:a16="http://schemas.microsoft.com/office/drawing/2014/main" id="{6254C9D3-6B5C-4614-A4C8-027BA9AEAF20}"/>
                      </a:ext>
                    </a:extLst>
                  </p14:cNvPr>
                  <p14:cNvContentPartPr/>
                  <p14:nvPr/>
                </p14:nvContentPartPr>
                <p14:xfrm>
                  <a:off x="1352936" y="3848048"/>
                  <a:ext cx="68760" cy="897120"/>
                </p14:xfrm>
              </p:contentPart>
            </mc:Choice>
            <mc:Fallback xmlns="">
              <p:pic>
                <p:nvPicPr>
                  <p:cNvPr id="76" name="Freihand 75">
                    <a:extLst>
                      <a:ext uri="{FF2B5EF4-FFF2-40B4-BE49-F238E27FC236}">
                        <a16:creationId xmlns:a16="http://schemas.microsoft.com/office/drawing/2014/main" id="{6254C9D3-6B5C-4614-A4C8-027BA9AEAF20}"/>
                      </a:ext>
                    </a:extLst>
                  </p:cNvPr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341321" y="3836640"/>
                    <a:ext cx="91757" cy="91970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1">
                <p14:nvContentPartPr>
                  <p14:cNvPr id="77" name="Freihand 76">
                    <a:extLst>
                      <a:ext uri="{FF2B5EF4-FFF2-40B4-BE49-F238E27FC236}">
                        <a16:creationId xmlns:a16="http://schemas.microsoft.com/office/drawing/2014/main" id="{B702E795-3D93-40B3-9F4A-A6111644BC2B}"/>
                      </a:ext>
                    </a:extLst>
                  </p14:cNvPr>
                  <p14:cNvContentPartPr/>
                  <p14:nvPr/>
                </p14:nvContentPartPr>
                <p14:xfrm>
                  <a:off x="1702183" y="3854355"/>
                  <a:ext cx="90360" cy="883080"/>
                </p14:xfrm>
              </p:contentPart>
            </mc:Choice>
            <mc:Fallback xmlns="">
              <p:pic>
                <p:nvPicPr>
                  <p:cNvPr id="77" name="Freihand 76">
                    <a:extLst>
                      <a:ext uri="{FF2B5EF4-FFF2-40B4-BE49-F238E27FC236}">
                        <a16:creationId xmlns:a16="http://schemas.microsoft.com/office/drawing/2014/main" id="{B702E795-3D93-40B3-9F4A-A6111644BC2B}"/>
                      </a:ext>
                    </a:extLst>
                  </p:cNvPr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690801" y="3842949"/>
                    <a:ext cx="113357" cy="905665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A22FE386-6E34-4B3F-8973-43F17D2BEF7E}"/>
                </a:ext>
              </a:extLst>
            </p:cNvPr>
            <p:cNvSpPr txBox="1"/>
            <p:nvPr/>
          </p:nvSpPr>
          <p:spPr>
            <a:xfrm>
              <a:off x="6358511" y="1585974"/>
              <a:ext cx="1386153" cy="5074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000" dirty="0">
                  <a:solidFill>
                    <a:schemeClr val="accent1"/>
                  </a:solidFill>
                </a:rPr>
                <a:t>Prozess</a:t>
              </a:r>
              <a:endParaRPr lang="en-US" sz="2000" dirty="0">
                <a:solidFill>
                  <a:schemeClr val="accent1"/>
                </a:solidFill>
              </a:endParaRPr>
            </a:p>
          </p:txBody>
        </p: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FB9EDF9C-EDFA-495E-A57D-B90C0E6A08ED}"/>
                </a:ext>
              </a:extLst>
            </p:cNvPr>
            <p:cNvSpPr txBox="1"/>
            <p:nvPr/>
          </p:nvSpPr>
          <p:spPr>
            <a:xfrm>
              <a:off x="6179606" y="2379629"/>
              <a:ext cx="566298" cy="468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rgbClr val="FFC000"/>
                  </a:solidFill>
                </a:rPr>
                <a:t>T1</a:t>
              </a:r>
              <a:endParaRPr lang="en-US" b="1" dirty="0">
                <a:solidFill>
                  <a:srgbClr val="FFC000"/>
                </a:solidFill>
              </a:endParaRPr>
            </a:p>
          </p:txBody>
        </p:sp>
        <p:sp>
          <p:nvSpPr>
            <p:cNvPr id="72" name="Textfeld 71">
              <a:extLst>
                <a:ext uri="{FF2B5EF4-FFF2-40B4-BE49-F238E27FC236}">
                  <a16:creationId xmlns:a16="http://schemas.microsoft.com/office/drawing/2014/main" id="{4602323F-FC75-440C-82CB-C07C0BF3DAC4}"/>
                </a:ext>
              </a:extLst>
            </p:cNvPr>
            <p:cNvSpPr txBox="1"/>
            <p:nvPr/>
          </p:nvSpPr>
          <p:spPr>
            <a:xfrm>
              <a:off x="6802653" y="2379629"/>
              <a:ext cx="566298" cy="468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rgbClr val="FFC000"/>
                  </a:solidFill>
                </a:rPr>
                <a:t>T2</a:t>
              </a:r>
              <a:endParaRPr lang="en-US" b="1" dirty="0">
                <a:solidFill>
                  <a:srgbClr val="FFC000"/>
                </a:solidFill>
              </a:endParaRPr>
            </a:p>
          </p:txBody>
        </p:sp>
        <p:sp>
          <p:nvSpPr>
            <p:cNvPr id="73" name="Textfeld 72">
              <a:extLst>
                <a:ext uri="{FF2B5EF4-FFF2-40B4-BE49-F238E27FC236}">
                  <a16:creationId xmlns:a16="http://schemas.microsoft.com/office/drawing/2014/main" id="{A13B2BF9-7C5E-416C-B275-BD39B2825B95}"/>
                </a:ext>
              </a:extLst>
            </p:cNvPr>
            <p:cNvSpPr txBox="1"/>
            <p:nvPr/>
          </p:nvSpPr>
          <p:spPr>
            <a:xfrm>
              <a:off x="7368233" y="2379629"/>
              <a:ext cx="566298" cy="4683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b="1" dirty="0">
                  <a:solidFill>
                    <a:srgbClr val="FFC000"/>
                  </a:solidFill>
                </a:rPr>
                <a:t>T3</a:t>
              </a:r>
              <a:endParaRPr lang="en-US" b="1" dirty="0">
                <a:solidFill>
                  <a:srgbClr val="FFC000"/>
                </a:solidFill>
              </a:endParaRPr>
            </a:p>
          </p:txBody>
        </p:sp>
        <p:cxnSp>
          <p:nvCxnSpPr>
            <p:cNvPr id="78" name="Gerader Verbinder 77">
              <a:extLst>
                <a:ext uri="{FF2B5EF4-FFF2-40B4-BE49-F238E27FC236}">
                  <a16:creationId xmlns:a16="http://schemas.microsoft.com/office/drawing/2014/main" id="{7D2B5288-8CE3-416E-AC32-F6B87E462C2A}"/>
                </a:ext>
              </a:extLst>
            </p:cNvPr>
            <p:cNvCxnSpPr/>
            <p:nvPr/>
          </p:nvCxnSpPr>
          <p:spPr>
            <a:xfrm>
              <a:off x="5546153" y="4898342"/>
              <a:ext cx="2952328" cy="0"/>
            </a:xfrm>
            <a:prstGeom prst="line">
              <a:avLst/>
            </a:prstGeom>
            <a:ln w="57150">
              <a:solidFill>
                <a:srgbClr val="00B0F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0" name="Freihand 79">
                  <a:extLst>
                    <a:ext uri="{FF2B5EF4-FFF2-40B4-BE49-F238E27FC236}">
                      <a16:creationId xmlns:a16="http://schemas.microsoft.com/office/drawing/2014/main" id="{B5E55495-71CF-42C9-A2F6-089DB0C766AA}"/>
                    </a:ext>
                  </a:extLst>
                </p14:cNvPr>
                <p14:cNvContentPartPr/>
                <p14:nvPr/>
              </p14:nvContentPartPr>
              <p14:xfrm>
                <a:off x="6179606" y="5243782"/>
                <a:ext cx="1860120" cy="135360"/>
              </p14:xfrm>
            </p:contentPart>
          </mc:Choice>
          <mc:Fallback xmlns="">
            <p:pic>
              <p:nvPicPr>
                <p:cNvPr id="80" name="Freihand 79">
                  <a:extLst>
                    <a:ext uri="{FF2B5EF4-FFF2-40B4-BE49-F238E27FC236}">
                      <a16:creationId xmlns:a16="http://schemas.microsoft.com/office/drawing/2014/main" id="{B5E55495-71CF-42C9-A2F6-089DB0C766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161606" y="5225782"/>
                  <a:ext cx="1895760" cy="17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7" name="Freihand 86">
                <a:extLst>
                  <a:ext uri="{FF2B5EF4-FFF2-40B4-BE49-F238E27FC236}">
                    <a16:creationId xmlns:a16="http://schemas.microsoft.com/office/drawing/2014/main" id="{E7ADA154-648A-4B35-AB0C-9F1D93724422}"/>
                  </a:ext>
                </a:extLst>
              </p14:cNvPr>
              <p14:cNvContentPartPr/>
              <p14:nvPr/>
            </p14:nvContentPartPr>
            <p14:xfrm>
              <a:off x="1933890" y="2598405"/>
              <a:ext cx="610560" cy="153360"/>
            </p14:xfrm>
          </p:contentPart>
        </mc:Choice>
        <mc:Fallback xmlns="">
          <p:pic>
            <p:nvPicPr>
              <p:cNvPr id="87" name="Freihand 86">
                <a:extLst>
                  <a:ext uri="{FF2B5EF4-FFF2-40B4-BE49-F238E27FC236}">
                    <a16:creationId xmlns:a16="http://schemas.microsoft.com/office/drawing/2014/main" id="{E7ADA154-648A-4B35-AB0C-9F1D9372442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97911" y="2562405"/>
                <a:ext cx="682158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3" name="Freihand 92">
                <a:extLst>
                  <a:ext uri="{FF2B5EF4-FFF2-40B4-BE49-F238E27FC236}">
                    <a16:creationId xmlns:a16="http://schemas.microsoft.com/office/drawing/2014/main" id="{6527AECF-1C1E-45E0-84AB-619703A556B7}"/>
                  </a:ext>
                </a:extLst>
              </p14:cNvPr>
              <p14:cNvContentPartPr/>
              <p14:nvPr/>
            </p14:nvContentPartPr>
            <p14:xfrm>
              <a:off x="1954800" y="2760000"/>
              <a:ext cx="631800" cy="187920"/>
            </p14:xfrm>
          </p:contentPart>
        </mc:Choice>
        <mc:Fallback xmlns="">
          <p:pic>
            <p:nvPicPr>
              <p:cNvPr id="93" name="Freihand 92">
                <a:extLst>
                  <a:ext uri="{FF2B5EF4-FFF2-40B4-BE49-F238E27FC236}">
                    <a16:creationId xmlns:a16="http://schemas.microsoft.com/office/drawing/2014/main" id="{6527AECF-1C1E-45E0-84AB-619703A556B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19160" y="2724000"/>
                <a:ext cx="70344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96" name="Freihand 95">
                <a:extLst>
                  <a:ext uri="{FF2B5EF4-FFF2-40B4-BE49-F238E27FC236}">
                    <a16:creationId xmlns:a16="http://schemas.microsoft.com/office/drawing/2014/main" id="{297B79CB-61DC-4E28-A025-88939FB4411E}"/>
                  </a:ext>
                </a:extLst>
              </p14:cNvPr>
              <p14:cNvContentPartPr/>
              <p14:nvPr/>
            </p14:nvContentPartPr>
            <p14:xfrm>
              <a:off x="1902600" y="2955480"/>
              <a:ext cx="1168920" cy="175680"/>
            </p14:xfrm>
          </p:contentPart>
        </mc:Choice>
        <mc:Fallback xmlns="">
          <p:pic>
            <p:nvPicPr>
              <p:cNvPr id="96" name="Freihand 95">
                <a:extLst>
                  <a:ext uri="{FF2B5EF4-FFF2-40B4-BE49-F238E27FC236}">
                    <a16:creationId xmlns:a16="http://schemas.microsoft.com/office/drawing/2014/main" id="{297B79CB-61DC-4E28-A025-88939FB4411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866611" y="2919840"/>
                <a:ext cx="1240538" cy="24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04" name="Freihand 103">
                <a:extLst>
                  <a:ext uri="{FF2B5EF4-FFF2-40B4-BE49-F238E27FC236}">
                    <a16:creationId xmlns:a16="http://schemas.microsoft.com/office/drawing/2014/main" id="{C9A1D918-1E92-4D69-931F-C57A8D391716}"/>
                  </a:ext>
                </a:extLst>
              </p14:cNvPr>
              <p14:cNvContentPartPr/>
              <p14:nvPr/>
            </p14:nvContentPartPr>
            <p14:xfrm>
              <a:off x="1845000" y="3505920"/>
              <a:ext cx="1281960" cy="160200"/>
            </p14:xfrm>
          </p:contentPart>
        </mc:Choice>
        <mc:Fallback xmlns="">
          <p:pic>
            <p:nvPicPr>
              <p:cNvPr id="104" name="Freihand 103">
                <a:extLst>
                  <a:ext uri="{FF2B5EF4-FFF2-40B4-BE49-F238E27FC236}">
                    <a16:creationId xmlns:a16="http://schemas.microsoft.com/office/drawing/2014/main" id="{C9A1D918-1E92-4D69-931F-C57A8D39171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809000" y="3470200"/>
                <a:ext cx="1353600" cy="2320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6" name="Freihand 135">
                <a:extLst>
                  <a:ext uri="{FF2B5EF4-FFF2-40B4-BE49-F238E27FC236}">
                    <a16:creationId xmlns:a16="http://schemas.microsoft.com/office/drawing/2014/main" id="{95ABFF03-2D30-4CB2-B414-F567CF3A530D}"/>
                  </a:ext>
                </a:extLst>
              </p14:cNvPr>
              <p14:cNvContentPartPr/>
              <p14:nvPr/>
            </p14:nvContentPartPr>
            <p14:xfrm>
              <a:off x="1645020" y="3740130"/>
              <a:ext cx="1930210" cy="1609830"/>
            </p14:xfrm>
          </p:contentPart>
        </mc:Choice>
        <mc:Fallback xmlns="">
          <p:pic>
            <p:nvPicPr>
              <p:cNvPr id="136" name="Freihand 135">
                <a:extLst>
                  <a:ext uri="{FF2B5EF4-FFF2-40B4-BE49-F238E27FC236}">
                    <a16:creationId xmlns:a16="http://schemas.microsoft.com/office/drawing/2014/main" id="{95ABFF03-2D30-4CB2-B414-F567CF3A530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09022" y="3704492"/>
                <a:ext cx="1983847" cy="1663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9" name="Freihand 138">
                <a:extLst>
                  <a:ext uri="{FF2B5EF4-FFF2-40B4-BE49-F238E27FC236}">
                    <a16:creationId xmlns:a16="http://schemas.microsoft.com/office/drawing/2014/main" id="{E00D2327-F8A4-4B66-B989-0E30B37EE930}"/>
                  </a:ext>
                </a:extLst>
              </p14:cNvPr>
              <p14:cNvContentPartPr/>
              <p14:nvPr/>
            </p14:nvContentPartPr>
            <p14:xfrm>
              <a:off x="6167810" y="4027760"/>
              <a:ext cx="266400" cy="1299240"/>
            </p14:xfrm>
          </p:contentPart>
        </mc:Choice>
        <mc:Fallback xmlns="">
          <p:pic>
            <p:nvPicPr>
              <p:cNvPr id="139" name="Freihand 138">
                <a:extLst>
                  <a:ext uri="{FF2B5EF4-FFF2-40B4-BE49-F238E27FC236}">
                    <a16:creationId xmlns:a16="http://schemas.microsoft.com/office/drawing/2014/main" id="{E00D2327-F8A4-4B66-B989-0E30B37EE93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132122" y="3991760"/>
                <a:ext cx="338137" cy="13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2" name="Freihand 141">
                <a:extLst>
                  <a:ext uri="{FF2B5EF4-FFF2-40B4-BE49-F238E27FC236}">
                    <a16:creationId xmlns:a16="http://schemas.microsoft.com/office/drawing/2014/main" id="{A99FFF21-FD28-440D-845E-6758A79AA42D}"/>
                  </a:ext>
                </a:extLst>
              </p14:cNvPr>
              <p14:cNvContentPartPr/>
              <p14:nvPr/>
            </p14:nvContentPartPr>
            <p14:xfrm>
              <a:off x="6721850" y="3529880"/>
              <a:ext cx="284400" cy="1686600"/>
            </p14:xfrm>
          </p:contentPart>
        </mc:Choice>
        <mc:Fallback xmlns="">
          <p:pic>
            <p:nvPicPr>
              <p:cNvPr id="142" name="Freihand 141">
                <a:extLst>
                  <a:ext uri="{FF2B5EF4-FFF2-40B4-BE49-F238E27FC236}">
                    <a16:creationId xmlns:a16="http://schemas.microsoft.com/office/drawing/2014/main" id="{A99FFF21-FD28-440D-845E-6758A79AA42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86210" y="3494240"/>
                <a:ext cx="356040" cy="175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45" name="Freihand 144">
                <a:extLst>
                  <a:ext uri="{FF2B5EF4-FFF2-40B4-BE49-F238E27FC236}">
                    <a16:creationId xmlns:a16="http://schemas.microsoft.com/office/drawing/2014/main" id="{369720D2-454C-4EF0-9360-91F52472D790}"/>
                  </a:ext>
                </a:extLst>
              </p14:cNvPr>
              <p14:cNvContentPartPr/>
              <p14:nvPr/>
            </p14:nvContentPartPr>
            <p14:xfrm>
              <a:off x="7012010" y="3909320"/>
              <a:ext cx="294840" cy="1328400"/>
            </p14:xfrm>
          </p:contentPart>
        </mc:Choice>
        <mc:Fallback xmlns="">
          <p:pic>
            <p:nvPicPr>
              <p:cNvPr id="145" name="Freihand 144">
                <a:extLst>
                  <a:ext uri="{FF2B5EF4-FFF2-40B4-BE49-F238E27FC236}">
                    <a16:creationId xmlns:a16="http://schemas.microsoft.com/office/drawing/2014/main" id="{369720D2-454C-4EF0-9360-91F52472D79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76054" y="3873320"/>
                <a:ext cx="366393" cy="140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49" name="Freihand 148">
                <a:extLst>
                  <a:ext uri="{FF2B5EF4-FFF2-40B4-BE49-F238E27FC236}">
                    <a16:creationId xmlns:a16="http://schemas.microsoft.com/office/drawing/2014/main" id="{7C27F486-D9DB-4F12-9118-F03D49855463}"/>
                  </a:ext>
                </a:extLst>
              </p14:cNvPr>
              <p14:cNvContentPartPr/>
              <p14:nvPr/>
            </p14:nvContentPartPr>
            <p14:xfrm>
              <a:off x="7879610" y="4047200"/>
              <a:ext cx="1191960" cy="1211760"/>
            </p14:xfrm>
          </p:contentPart>
        </mc:Choice>
        <mc:Fallback xmlns="">
          <p:pic>
            <p:nvPicPr>
              <p:cNvPr id="149" name="Freihand 148">
                <a:extLst>
                  <a:ext uri="{FF2B5EF4-FFF2-40B4-BE49-F238E27FC236}">
                    <a16:creationId xmlns:a16="http://schemas.microsoft.com/office/drawing/2014/main" id="{7C27F486-D9DB-4F12-9118-F03D4985546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843621" y="4011549"/>
                <a:ext cx="1263578" cy="12834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3" name="Freihand 162">
                <a:extLst>
                  <a:ext uri="{FF2B5EF4-FFF2-40B4-BE49-F238E27FC236}">
                    <a16:creationId xmlns:a16="http://schemas.microsoft.com/office/drawing/2014/main" id="{BE046017-F70D-4940-BBE7-2FDD20C9A6D0}"/>
                  </a:ext>
                </a:extLst>
              </p14:cNvPr>
              <p14:cNvContentPartPr/>
              <p14:nvPr/>
            </p14:nvContentPartPr>
            <p14:xfrm>
              <a:off x="6164948" y="4824375"/>
              <a:ext cx="164520" cy="152640"/>
            </p14:xfrm>
          </p:contentPart>
        </mc:Choice>
        <mc:Fallback xmlns="">
          <p:pic>
            <p:nvPicPr>
              <p:cNvPr id="163" name="Freihand 162">
                <a:extLst>
                  <a:ext uri="{FF2B5EF4-FFF2-40B4-BE49-F238E27FC236}">
                    <a16:creationId xmlns:a16="http://schemas.microsoft.com/office/drawing/2014/main" id="{BE046017-F70D-4940-BBE7-2FDD20C9A6D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129308" y="4752375"/>
                <a:ext cx="23616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64" name="Freihand 163">
                <a:extLst>
                  <a:ext uri="{FF2B5EF4-FFF2-40B4-BE49-F238E27FC236}">
                    <a16:creationId xmlns:a16="http://schemas.microsoft.com/office/drawing/2014/main" id="{71A6F111-6267-4171-A38C-443EB51FF3BC}"/>
                  </a:ext>
                </a:extLst>
              </p14:cNvPr>
              <p14:cNvContentPartPr/>
              <p14:nvPr/>
            </p14:nvContentPartPr>
            <p14:xfrm>
              <a:off x="6664628" y="4808895"/>
              <a:ext cx="146160" cy="141480"/>
            </p14:xfrm>
          </p:contentPart>
        </mc:Choice>
        <mc:Fallback xmlns="">
          <p:pic>
            <p:nvPicPr>
              <p:cNvPr id="164" name="Freihand 163">
                <a:extLst>
                  <a:ext uri="{FF2B5EF4-FFF2-40B4-BE49-F238E27FC236}">
                    <a16:creationId xmlns:a16="http://schemas.microsoft.com/office/drawing/2014/main" id="{71A6F111-6267-4171-A38C-443EB51FF3B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628988" y="4736895"/>
                <a:ext cx="21780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65" name="Freihand 164">
                <a:extLst>
                  <a:ext uri="{FF2B5EF4-FFF2-40B4-BE49-F238E27FC236}">
                    <a16:creationId xmlns:a16="http://schemas.microsoft.com/office/drawing/2014/main" id="{612C0D79-3259-4FF8-BE61-791551572C0E}"/>
                  </a:ext>
                </a:extLst>
              </p14:cNvPr>
              <p14:cNvContentPartPr/>
              <p14:nvPr/>
            </p14:nvContentPartPr>
            <p14:xfrm>
              <a:off x="7143788" y="4808895"/>
              <a:ext cx="142560" cy="144720"/>
            </p14:xfrm>
          </p:contentPart>
        </mc:Choice>
        <mc:Fallback xmlns="">
          <p:pic>
            <p:nvPicPr>
              <p:cNvPr id="165" name="Freihand 164">
                <a:extLst>
                  <a:ext uri="{FF2B5EF4-FFF2-40B4-BE49-F238E27FC236}">
                    <a16:creationId xmlns:a16="http://schemas.microsoft.com/office/drawing/2014/main" id="{612C0D79-3259-4FF8-BE61-791551572C0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107788" y="4737255"/>
                <a:ext cx="214200" cy="28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66" name="Freihand 165">
                <a:extLst>
                  <a:ext uri="{FF2B5EF4-FFF2-40B4-BE49-F238E27FC236}">
                    <a16:creationId xmlns:a16="http://schemas.microsoft.com/office/drawing/2014/main" id="{10717A2A-4C52-417D-88E9-9A76CACAE0FF}"/>
                  </a:ext>
                </a:extLst>
              </p14:cNvPr>
              <p14:cNvContentPartPr/>
              <p14:nvPr/>
            </p14:nvContentPartPr>
            <p14:xfrm>
              <a:off x="7940828" y="4790535"/>
              <a:ext cx="132480" cy="187920"/>
            </p14:xfrm>
          </p:contentPart>
        </mc:Choice>
        <mc:Fallback xmlns="">
          <p:pic>
            <p:nvPicPr>
              <p:cNvPr id="166" name="Freihand 165">
                <a:extLst>
                  <a:ext uri="{FF2B5EF4-FFF2-40B4-BE49-F238E27FC236}">
                    <a16:creationId xmlns:a16="http://schemas.microsoft.com/office/drawing/2014/main" id="{10717A2A-4C52-417D-88E9-9A76CACAE0F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904828" y="4718535"/>
                <a:ext cx="204120" cy="3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264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de-DE" dirty="0"/>
            </a:br>
            <a:r>
              <a:rPr lang="de-DE" dirty="0"/>
              <a:t>Threads in Benutzermodus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Benutzer-Threads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/>
              <a:t>bzw. User-level Threads: Verwaltung durch einen Anwendungsprozess (im CPU-Benutzermodus)</a:t>
            </a:r>
          </a:p>
          <a:p>
            <a:pPr lvl="1"/>
            <a:r>
              <a:rPr lang="de-DE" dirty="0"/>
              <a:t>Nicht nötig, beim Wechsel in den Kernel zu springen =&gt; </a:t>
            </a:r>
          </a:p>
          <a:p>
            <a:pPr lvl="1"/>
            <a:r>
              <a:rPr lang="de-DE" dirty="0"/>
              <a:t>Der Wechsel ist </a:t>
            </a:r>
            <a:r>
              <a:rPr lang="de-DE" u="sng" dirty="0"/>
              <a:t>sehr</a:t>
            </a:r>
            <a:r>
              <a:rPr lang="de-DE" dirty="0"/>
              <a:t> schnell!  </a:t>
            </a:r>
          </a:p>
          <a:p>
            <a:r>
              <a:rPr lang="de-DE" dirty="0"/>
              <a:t>Aber es gibt auch Nachteile – welche?</a:t>
            </a:r>
          </a:p>
          <a:p>
            <a:r>
              <a:rPr lang="de-DE" dirty="0"/>
              <a:t>Ein Thread kann das ganze Programm blockieren</a:t>
            </a:r>
          </a:p>
          <a:p>
            <a:pPr lvl="1"/>
            <a:r>
              <a:rPr lang="de-DE" dirty="0"/>
              <a:t>Z.B. durch einen Systemaufruf (z.B. mit Warten auf I/O)</a:t>
            </a:r>
          </a:p>
          <a:p>
            <a:pPr lvl="1"/>
            <a:r>
              <a:rPr lang="de-DE" dirty="0"/>
              <a:t>.. oder schlechten Code</a:t>
            </a:r>
          </a:p>
          <a:p>
            <a:r>
              <a:rPr lang="de-DE" dirty="0"/>
              <a:t>Multi-Core CPUs werden nicht ausgenutzt – nur 1 Core auf einmal wird dem Prozess zugeordnet</a:t>
            </a:r>
          </a:p>
          <a:p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5946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de-DE" dirty="0"/>
            </a:br>
            <a:r>
              <a:rPr lang="de-DE" dirty="0"/>
              <a:t>Threads in Kernmodus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8435280" cy="5112568"/>
          </a:xfrm>
        </p:spPr>
        <p:txBody>
          <a:bodyPr>
            <a:noAutofit/>
          </a:bodyPr>
          <a:lstStyle/>
          <a:p>
            <a:r>
              <a:rPr lang="de-DE" dirty="0">
                <a:solidFill>
                  <a:srgbClr val="0070C0"/>
                </a:solidFill>
              </a:rPr>
              <a:t>Kernel-Threads</a:t>
            </a:r>
            <a:r>
              <a:rPr lang="de-DE" dirty="0"/>
              <a:t>: Die gesamte Verwaltung der Threads und ihrer Daten erfolgt </a:t>
            </a:r>
            <a:r>
              <a:rPr lang="de-DE" u="sng" dirty="0"/>
              <a:t>im Kernel des BS</a:t>
            </a:r>
          </a:p>
          <a:p>
            <a:r>
              <a:rPr lang="de-DE" dirty="0"/>
              <a:t>Erlauben </a:t>
            </a:r>
            <a:r>
              <a:rPr lang="de-DE" b="1" dirty="0">
                <a:solidFill>
                  <a:srgbClr val="0070C0"/>
                </a:solidFill>
              </a:rPr>
              <a:t>preemptives Scheduling</a:t>
            </a:r>
            <a:r>
              <a:rPr lang="de-DE" dirty="0"/>
              <a:t>, d.h. Threads können andere nicht blockieren, auch bei I/O</a:t>
            </a:r>
          </a:p>
          <a:p>
            <a:r>
              <a:rPr lang="de-DE" dirty="0"/>
              <a:t>Langsamer als User Threads, da bei jedem Wechsel der Sprung in den Kernel erfolgt  </a:t>
            </a:r>
          </a:p>
          <a:p>
            <a:r>
              <a:rPr lang="de-DE" dirty="0"/>
              <a:t>Was wird häufiger benutzt?</a:t>
            </a:r>
          </a:p>
          <a:p>
            <a:pPr lvl="1"/>
            <a:r>
              <a:rPr lang="de-DE" dirty="0"/>
              <a:t>A. Kernel-Threads</a:t>
            </a:r>
          </a:p>
          <a:p>
            <a:pPr lvl="1"/>
            <a:r>
              <a:rPr lang="de-DE" dirty="0"/>
              <a:t>B. User-Threads</a:t>
            </a:r>
          </a:p>
          <a:p>
            <a:r>
              <a:rPr lang="de-DE" dirty="0">
                <a:solidFill>
                  <a:srgbClr val="0070C0"/>
                </a:solidFill>
              </a:rPr>
              <a:t>Kernel-Threads sind der de-facto Standard für die Implementierung von Threads</a:t>
            </a:r>
          </a:p>
          <a:p>
            <a:pPr lvl="1"/>
            <a:r>
              <a:rPr lang="de-DE" dirty="0"/>
              <a:t>Zuverlässigkeit ist meist wichtiger als die Leistung</a:t>
            </a:r>
          </a:p>
          <a:p>
            <a:pPr lvl="1"/>
            <a:endParaRPr lang="de-DE" b="1" dirty="0">
              <a:solidFill>
                <a:srgbClr val="00B050"/>
              </a:solidFill>
            </a:endParaRPr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5E48D8D-64EF-4CEF-94B6-ABB8FE065907}"/>
              </a:ext>
            </a:extLst>
          </p:cNvPr>
          <p:cNvSpPr txBox="1"/>
          <p:nvPr/>
        </p:nvSpPr>
        <p:spPr>
          <a:xfrm>
            <a:off x="5975648" y="41488"/>
            <a:ext cx="3168352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highlight>
                  <a:srgbClr val="00FF00"/>
                </a:highlight>
              </a:rPr>
              <a:t>https://bit.ly/ibn_hd</a:t>
            </a:r>
            <a:endParaRPr lang="de-DE" sz="28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36449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Gemischte Ausführungsmodelle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2713856"/>
          </a:xfrm>
        </p:spPr>
        <p:txBody>
          <a:bodyPr>
            <a:normAutofit fontScale="92500"/>
          </a:bodyPr>
          <a:lstStyle/>
          <a:p>
            <a:r>
              <a:rPr lang="de-DE" dirty="0"/>
              <a:t>Eine Bibliothek kann beide Implementierungen mischen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one-to-one</a:t>
            </a:r>
            <a:r>
              <a:rPr lang="de-DE" dirty="0"/>
              <a:t> Model: Jeder vom Benutzer erzeugter Thread entspricht einem (eigenen) Kernel Thread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many-to-many</a:t>
            </a:r>
            <a:r>
              <a:rPr lang="de-DE" dirty="0"/>
              <a:t>: Mehrere Benutzerthreads werden auf einige Kernel Threads abgebildet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many-to-one</a:t>
            </a:r>
            <a:r>
              <a:rPr lang="de-DE" dirty="0"/>
              <a:t>: Alle Benutzerthreads von einem Kernel Thread (oder einem Prozess) bedient</a:t>
            </a:r>
          </a:p>
          <a:p>
            <a:pPr lvl="1"/>
            <a:endParaRPr lang="de-DE" i="1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2053" name="Picture 5" descr="C:\Artur\Academic\Lehre\10.WS-IBN\VL\figures\vl04\1-to-1 model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652120" y="4581128"/>
            <a:ext cx="2147774" cy="1278260"/>
          </a:xfrm>
          <a:prstGeom prst="rect">
            <a:avLst/>
          </a:prstGeom>
          <a:noFill/>
        </p:spPr>
      </p:pic>
      <p:pic>
        <p:nvPicPr>
          <p:cNvPr id="2054" name="Picture 6" descr="C:\Artur\Academic\Lehre\10.WS-IBN\VL\figures\vl04\many-to-1 model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4005064"/>
            <a:ext cx="1743075" cy="2657475"/>
          </a:xfrm>
          <a:prstGeom prst="rect">
            <a:avLst/>
          </a:prstGeom>
          <a:noFill/>
        </p:spPr>
      </p:pic>
      <p:pic>
        <p:nvPicPr>
          <p:cNvPr id="2055" name="Picture 7" descr="C:\Artur\Academic\Lehre\10.WS-IBN\VL\figures\vl04\many-to-many model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203848" y="4005064"/>
            <a:ext cx="1963865" cy="2423493"/>
          </a:xfrm>
          <a:prstGeom prst="rect">
            <a:avLst/>
          </a:prstGeom>
          <a:noFill/>
        </p:spPr>
      </p:pic>
      <p:sp>
        <p:nvSpPr>
          <p:cNvPr id="14" name="Textfeld 13"/>
          <p:cNvSpPr txBox="1"/>
          <p:nvPr/>
        </p:nvSpPr>
        <p:spPr>
          <a:xfrm>
            <a:off x="395536" y="5661248"/>
            <a:ext cx="838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many</a:t>
            </a:r>
            <a:r>
              <a:rPr lang="de-DE" dirty="0"/>
              <a:t>-</a:t>
            </a:r>
          </a:p>
          <a:p>
            <a:r>
              <a:rPr lang="de-DE" dirty="0" err="1"/>
              <a:t>to-one</a:t>
            </a:r>
            <a:endParaRPr lang="de-DE" dirty="0"/>
          </a:p>
        </p:txBody>
      </p:sp>
      <p:sp>
        <p:nvSpPr>
          <p:cNvPr id="15" name="Textfeld 14"/>
          <p:cNvSpPr txBox="1"/>
          <p:nvPr/>
        </p:nvSpPr>
        <p:spPr>
          <a:xfrm>
            <a:off x="3347864" y="6381328"/>
            <a:ext cx="1659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many-to-many</a:t>
            </a:r>
            <a:endParaRPr lang="de-DE" dirty="0"/>
          </a:p>
        </p:txBody>
      </p:sp>
      <p:sp>
        <p:nvSpPr>
          <p:cNvPr id="16" name="Textfeld 15"/>
          <p:cNvSpPr txBox="1"/>
          <p:nvPr/>
        </p:nvSpPr>
        <p:spPr>
          <a:xfrm>
            <a:off x="6012160" y="594928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one-to-one</a:t>
            </a:r>
            <a:endParaRPr lang="de-DE" dirty="0"/>
          </a:p>
        </p:txBody>
      </p:sp>
      <p:sp>
        <p:nvSpPr>
          <p:cNvPr id="17" name="Textfeld 16"/>
          <p:cNvSpPr txBox="1"/>
          <p:nvPr/>
        </p:nvSpPr>
        <p:spPr>
          <a:xfrm>
            <a:off x="7812360" y="3789040"/>
            <a:ext cx="1184940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Benutzer-</a:t>
            </a:r>
          </a:p>
          <a:p>
            <a:r>
              <a:rPr lang="de-DE" dirty="0" err="1"/>
              <a:t>threads</a:t>
            </a:r>
            <a:endParaRPr lang="de-DE" dirty="0"/>
          </a:p>
        </p:txBody>
      </p:sp>
      <p:sp>
        <p:nvSpPr>
          <p:cNvPr id="18" name="Textfeld 17"/>
          <p:cNvSpPr txBox="1"/>
          <p:nvPr/>
        </p:nvSpPr>
        <p:spPr>
          <a:xfrm>
            <a:off x="7956376" y="5733256"/>
            <a:ext cx="1031051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Kernel</a:t>
            </a:r>
            <a:endParaRPr lang="de-DE" dirty="0"/>
          </a:p>
          <a:p>
            <a:r>
              <a:rPr lang="de-DE" dirty="0"/>
              <a:t>Threads</a:t>
            </a:r>
          </a:p>
        </p:txBody>
      </p:sp>
      <p:cxnSp>
        <p:nvCxnSpPr>
          <p:cNvPr id="20" name="Gerade Verbindung mit Pfeil 19"/>
          <p:cNvCxnSpPr>
            <a:stCxn id="17" idx="1"/>
          </p:cNvCxnSpPr>
          <p:nvPr/>
        </p:nvCxnSpPr>
        <p:spPr>
          <a:xfrm rot="10800000" flipV="1">
            <a:off x="7596336" y="4112206"/>
            <a:ext cx="216024" cy="54093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 Verbindung mit Pfeil 20"/>
          <p:cNvCxnSpPr>
            <a:stCxn id="18" idx="1"/>
          </p:cNvCxnSpPr>
          <p:nvPr/>
        </p:nvCxnSpPr>
        <p:spPr>
          <a:xfrm rot="10800000">
            <a:off x="7668344" y="5805264"/>
            <a:ext cx="288032" cy="25115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3463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Eigene/Geteilte Ressourcen von Threads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19</a:t>
            </a:fld>
            <a:endParaRPr lang="en-US" noProof="0" dirty="0"/>
          </a:p>
        </p:txBody>
      </p:sp>
      <p:pic>
        <p:nvPicPr>
          <p:cNvPr id="5" name="Picture 1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5496" y="1772816"/>
            <a:ext cx="5328592" cy="35267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feld 6"/>
          <p:cNvSpPr txBox="1"/>
          <p:nvPr/>
        </p:nvSpPr>
        <p:spPr>
          <a:xfrm>
            <a:off x="6043002" y="1610411"/>
            <a:ext cx="2849477" cy="317009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000" dirty="0"/>
              <a:t>Jeder Thread (eines Prozesses) hat einen </a:t>
            </a:r>
            <a:r>
              <a:rPr lang="de-DE" sz="2000" dirty="0">
                <a:solidFill>
                  <a:srgbClr val="0070C0"/>
                </a:solidFill>
              </a:rPr>
              <a:t>eigenen </a:t>
            </a:r>
            <a:r>
              <a:rPr lang="de-DE" sz="2000" dirty="0"/>
              <a:t>Stack und Register(</a:t>
            </a:r>
            <a:r>
              <a:rPr lang="de-DE" sz="2000" dirty="0" err="1"/>
              <a:t>kopien</a:t>
            </a:r>
            <a:r>
              <a:rPr lang="de-DE" sz="2000" dirty="0"/>
              <a:t>), …</a:t>
            </a:r>
            <a:br>
              <a:rPr lang="de-DE" sz="2000" dirty="0"/>
            </a:br>
            <a:endParaRPr lang="de-DE" sz="2000" dirty="0"/>
          </a:p>
          <a:p>
            <a:r>
              <a:rPr lang="de-DE" sz="2000" dirty="0"/>
              <a:t>… aber alle </a:t>
            </a:r>
            <a:r>
              <a:rPr lang="de-DE" sz="2000" dirty="0">
                <a:solidFill>
                  <a:srgbClr val="0070C0"/>
                </a:solidFill>
              </a:rPr>
              <a:t>teilen sich </a:t>
            </a:r>
            <a:r>
              <a:rPr lang="de-DE" sz="2000" dirty="0"/>
              <a:t>denselben Adressraum und Speicher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sz="2000" dirty="0"/>
              <a:t>Mit Code, Daten, File-Handles, PCB</a:t>
            </a:r>
          </a:p>
        </p:txBody>
      </p:sp>
      <p:cxnSp>
        <p:nvCxnSpPr>
          <p:cNvPr id="9" name="Gerade Verbindung mit Pfeil 8"/>
          <p:cNvCxnSpPr>
            <a:cxnSpLocks/>
          </p:cNvCxnSpPr>
          <p:nvPr/>
        </p:nvCxnSpPr>
        <p:spPr>
          <a:xfrm flipH="1">
            <a:off x="5220072" y="2733796"/>
            <a:ext cx="772940" cy="369333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 Verbindung mit Pfeil 10"/>
          <p:cNvCxnSpPr>
            <a:cxnSpLocks/>
          </p:cNvCxnSpPr>
          <p:nvPr/>
        </p:nvCxnSpPr>
        <p:spPr>
          <a:xfrm flipH="1" flipV="1">
            <a:off x="5195436" y="2574442"/>
            <a:ext cx="822212" cy="15935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feld 11"/>
          <p:cNvSpPr txBox="1"/>
          <p:nvPr/>
        </p:nvSpPr>
        <p:spPr>
          <a:xfrm>
            <a:off x="457200" y="5013595"/>
            <a:ext cx="199605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000" dirty="0"/>
              <a:t>Single-</a:t>
            </a:r>
            <a:r>
              <a:rPr lang="de-DE" sz="2000" dirty="0" err="1"/>
              <a:t>threaded</a:t>
            </a:r>
            <a:endParaRPr lang="de-DE" sz="2000" dirty="0"/>
          </a:p>
        </p:txBody>
      </p:sp>
      <p:sp>
        <p:nvSpPr>
          <p:cNvPr id="13" name="Textfeld 12"/>
          <p:cNvSpPr txBox="1"/>
          <p:nvPr/>
        </p:nvSpPr>
        <p:spPr>
          <a:xfrm>
            <a:off x="3195326" y="5010022"/>
            <a:ext cx="182293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de-DE" sz="2000" dirty="0"/>
              <a:t>Multi-</a:t>
            </a:r>
            <a:r>
              <a:rPr lang="de-DE" sz="2000" dirty="0" err="1"/>
              <a:t>threaded</a:t>
            </a: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576961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3A6B93-46B6-4B48-B9D9-41F20847C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Vergleich Prozesse vs. Threads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1E22367-102D-464A-9776-FBAFC0BB0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AB6F8EA-C25B-4ABA-9253-89D4CEC840A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“</a:t>
            </a:r>
            <a:r>
              <a:rPr lang="en-US" sz="2800" i="1" dirty="0"/>
              <a:t>Your weakness is your strength and </a:t>
            </a:r>
            <a:br>
              <a:rPr lang="en-US" sz="2800" i="1" dirty="0"/>
            </a:br>
            <a:r>
              <a:rPr lang="en-US" sz="2800" i="1" dirty="0"/>
              <a:t>your strength your weakness (is)</a:t>
            </a:r>
            <a:r>
              <a:rPr lang="en-US" sz="2800" dirty="0"/>
              <a:t>” </a:t>
            </a:r>
          </a:p>
          <a:p>
            <a:endParaRPr lang="en-US" sz="1000" dirty="0"/>
          </a:p>
          <a:p>
            <a:r>
              <a:rPr lang="en-US" sz="1900" dirty="0"/>
              <a:t>Raymond Hettinger, Keynote on Concurrency, </a:t>
            </a:r>
            <a:r>
              <a:rPr lang="en-US" sz="1900" dirty="0" err="1"/>
              <a:t>PyBay</a:t>
            </a:r>
            <a:r>
              <a:rPr lang="en-US" sz="1900" dirty="0"/>
              <a:t>,  2017 </a:t>
            </a:r>
          </a:p>
          <a:p>
            <a:pPr lvl="1"/>
            <a:r>
              <a:rPr lang="en-US" sz="1700" dirty="0"/>
              <a:t>Video: </a:t>
            </a:r>
            <a:r>
              <a:rPr lang="en-US" sz="1700" dirty="0">
                <a:hlinkClick r:id="rId3"/>
              </a:rPr>
              <a:t>https://www.youtube.com/watch?v=9zinZmE3Ogk</a:t>
            </a:r>
            <a:endParaRPr lang="en-US" sz="1700" dirty="0"/>
          </a:p>
          <a:p>
            <a:pPr lvl="1"/>
            <a:r>
              <a:rPr lang="de-DE" sz="1700" dirty="0"/>
              <a:t>S</a:t>
            </a:r>
            <a:r>
              <a:rPr lang="en-US" sz="1700" dirty="0" err="1"/>
              <a:t>lides</a:t>
            </a:r>
            <a:r>
              <a:rPr lang="en-US" sz="1700" dirty="0"/>
              <a:t>: </a:t>
            </a:r>
            <a:r>
              <a:rPr lang="en-US" sz="1700" dirty="0">
                <a:hlinkClick r:id="rId4"/>
              </a:rPr>
              <a:t>https://pybay.com/site_media/slides/raymond2017-keynote/index.html</a:t>
            </a:r>
            <a:endParaRPr lang="en-US" sz="17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73732928-9301-416E-9D5B-AFE119E397F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690" y="3657573"/>
            <a:ext cx="4042310" cy="2815208"/>
          </a:xfr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“The strength of threads is shared state. The weakness of threads is shared state (managing race conditions).”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0" name="Inhaltsplatzhalter 8">
            <a:extLst>
              <a:ext uri="{FF2B5EF4-FFF2-40B4-BE49-F238E27FC236}">
                <a16:creationId xmlns:a16="http://schemas.microsoft.com/office/drawing/2014/main" id="{73374448-6D41-4B94-9C4C-389FFFB62368}"/>
              </a:ext>
            </a:extLst>
          </p:cNvPr>
          <p:cNvSpPr txBox="1">
            <a:spLocks/>
          </p:cNvSpPr>
          <p:nvPr/>
        </p:nvSpPr>
        <p:spPr>
          <a:xfrm>
            <a:off x="4716981" y="3657573"/>
            <a:ext cx="4042310" cy="281520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“The strength of processes is their independence from one another. The weakness of processes is lack of communication.” (… due to independence).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441FD89-5D16-4F82-8D60-47230377BF32}"/>
              </a:ext>
            </a:extLst>
          </p:cNvPr>
          <p:cNvGrpSpPr/>
          <p:nvPr/>
        </p:nvGrpSpPr>
        <p:grpSpPr>
          <a:xfrm>
            <a:off x="7308304" y="0"/>
            <a:ext cx="1728192" cy="2790557"/>
            <a:chOff x="7308304" y="0"/>
            <a:chExt cx="1728192" cy="2790557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35F24DEA-EA01-4290-9AEE-6E693C73F8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313" t="30981" r="50788"/>
            <a:stretch/>
          </p:blipFill>
          <p:spPr>
            <a:xfrm>
              <a:off x="7308304" y="0"/>
              <a:ext cx="1728192" cy="2613174"/>
            </a:xfrm>
            <a:prstGeom prst="rect">
              <a:avLst/>
            </a:prstGeom>
          </p:spPr>
        </p:pic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BD2BC106-85C0-49AD-872C-C39BE5641782}"/>
                </a:ext>
              </a:extLst>
            </p:cNvPr>
            <p:cNvSpPr/>
            <p:nvPr/>
          </p:nvSpPr>
          <p:spPr>
            <a:xfrm>
              <a:off x="7468521" y="2452003"/>
              <a:ext cx="140775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n-US" sz="800" dirty="0"/>
                <a:t>Image by </a:t>
              </a:r>
              <a:r>
                <a:rPr lang="en-US" sz="800" u="sng" dirty="0">
                  <a:hlinkClick r:id="rId6"/>
                </a:rPr>
                <a:t>Gerhard Janson</a:t>
              </a:r>
              <a:r>
                <a:rPr lang="en-US" sz="800" dirty="0"/>
                <a:t> </a:t>
              </a:r>
              <a:br>
                <a:rPr lang="en-US" sz="800" dirty="0"/>
              </a:br>
              <a:r>
                <a:rPr lang="en-US" sz="800" dirty="0"/>
                <a:t>from </a:t>
              </a:r>
              <a:r>
                <a:rPr lang="en-US" sz="800" u="sng" dirty="0" err="1">
                  <a:hlinkClick r:id="rId7"/>
                </a:rPr>
                <a:t>Pixabay</a:t>
              </a:r>
              <a:r>
                <a:rPr lang="en-US" sz="800" dirty="0"/>
                <a:t> </a:t>
              </a:r>
              <a:r>
                <a:rPr lang="de-DE" sz="800" dirty="0"/>
                <a:t> </a:t>
              </a:r>
              <a:endParaRPr 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0222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Thread-Programmierung mit POSIX und C</a:t>
            </a:r>
          </a:p>
        </p:txBody>
      </p:sp>
    </p:spTree>
    <p:extLst>
      <p:ext uri="{BB962C8B-B14F-4D97-AF65-F5344CB8AC3E}">
        <p14:creationId xmlns:p14="http://schemas.microsoft.com/office/powerpoint/2010/main" val="32380624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POSIX Pthreads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5306144"/>
          </a:xfrm>
        </p:spPr>
        <p:txBody>
          <a:bodyPr>
            <a:normAutofit/>
          </a:bodyPr>
          <a:lstStyle/>
          <a:p>
            <a:r>
              <a:rPr lang="de-DE" dirty="0"/>
              <a:t>Ein </a:t>
            </a:r>
            <a:r>
              <a:rPr lang="de-DE" b="1" dirty="0">
                <a:solidFill>
                  <a:srgbClr val="FF0000"/>
                </a:solidFill>
              </a:rPr>
              <a:t>POSIX-Standard</a:t>
            </a:r>
            <a:r>
              <a:rPr lang="de-DE" dirty="0"/>
              <a:t> (IEEE 1003.1c) </a:t>
            </a:r>
            <a:r>
              <a:rPr lang="de-DE" b="1" dirty="0">
                <a:solidFill>
                  <a:srgbClr val="0070C0"/>
                </a:solidFill>
              </a:rPr>
              <a:t>API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/>
              <a:t>für das Erstellen von Threads und ihre Synchronisierung</a:t>
            </a:r>
          </a:p>
          <a:p>
            <a:pPr lvl="1"/>
            <a:r>
              <a:rPr lang="de-DE" dirty="0"/>
              <a:t>API legt nur das Verhalten der Thread-Bibliothek fest</a:t>
            </a:r>
          </a:p>
          <a:p>
            <a:pPr lvl="1"/>
            <a:r>
              <a:rPr lang="de-DE" dirty="0"/>
              <a:t>Die Implementierung ist die Sache der Entwickler</a:t>
            </a:r>
          </a:p>
          <a:p>
            <a:pPr lvl="1"/>
            <a:r>
              <a:rPr lang="de-DE" dirty="0"/>
              <a:t>Es gibt diese als User Threads oder </a:t>
            </a:r>
            <a:r>
              <a:rPr lang="de-DE" dirty="0" err="1"/>
              <a:t>Kernel</a:t>
            </a:r>
            <a:r>
              <a:rPr lang="de-DE" dirty="0"/>
              <a:t> Threads</a:t>
            </a:r>
          </a:p>
          <a:p>
            <a:r>
              <a:rPr lang="de-DE" dirty="0"/>
              <a:t>Vorhanden in UNIX-Betriebssystemen </a:t>
            </a:r>
            <a:r>
              <a:rPr lang="de-DE" dirty="0" err="1"/>
              <a:t>FreeBSD</a:t>
            </a:r>
            <a:r>
              <a:rPr lang="de-DE" dirty="0"/>
              <a:t>, </a:t>
            </a:r>
            <a:r>
              <a:rPr lang="de-DE" dirty="0" err="1"/>
              <a:t>NetBSD</a:t>
            </a:r>
            <a:r>
              <a:rPr lang="de-DE" dirty="0"/>
              <a:t>, GNU/Linux, Mac OS X, Solaris</a:t>
            </a:r>
          </a:p>
          <a:p>
            <a:pPr lvl="1"/>
            <a:r>
              <a:rPr lang="de-DE" dirty="0"/>
              <a:t>Es gibt auch eine Windows Version: pthreads-w32 (Teilmenge der API)</a:t>
            </a:r>
          </a:p>
          <a:p>
            <a:r>
              <a:rPr lang="de-DE" dirty="0"/>
              <a:t>Circa 100 Prozeduren, alle mit </a:t>
            </a:r>
            <a:r>
              <a:rPr lang="de-DE" dirty="0" err="1"/>
              <a:t>Prefix</a:t>
            </a:r>
            <a:r>
              <a:rPr lang="de-DE" dirty="0"/>
              <a:t> „</a:t>
            </a:r>
            <a:r>
              <a:rPr lang="de-DE" b="1" dirty="0" err="1">
                <a:solidFill>
                  <a:srgbClr val="FF0000"/>
                </a:solidFill>
              </a:rPr>
              <a:t>pthread</a:t>
            </a:r>
            <a:r>
              <a:rPr lang="de-DE" b="1" dirty="0">
                <a:solidFill>
                  <a:srgbClr val="FF0000"/>
                </a:solidFill>
              </a:rPr>
              <a:t>_</a:t>
            </a:r>
            <a:r>
              <a:rPr lang="de-DE" dirty="0"/>
              <a:t>“</a:t>
            </a:r>
          </a:p>
          <a:p>
            <a:pPr lvl="1"/>
            <a:r>
              <a:rPr lang="de-DE" dirty="0"/>
              <a:t>Thread Management – erzeugen, löschen usw.</a:t>
            </a:r>
          </a:p>
          <a:p>
            <a:pPr lvl="1"/>
            <a:r>
              <a:rPr lang="de-DE" dirty="0"/>
              <a:t>Dienste für Synchronisation </a:t>
            </a:r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818981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POSIX Pthreads – Erzeugen </a:t>
            </a:r>
            <a:endParaRPr lang="de-DE" b="1" dirty="0">
              <a:solidFill>
                <a:srgbClr val="FF0000"/>
              </a:solidFill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4226024"/>
          </a:xfrm>
        </p:spPr>
        <p:txBody>
          <a:bodyPr>
            <a:normAutofit/>
          </a:bodyPr>
          <a:lstStyle/>
          <a:p>
            <a:r>
              <a:rPr lang="de-DE" b="1" dirty="0" err="1">
                <a:solidFill>
                  <a:srgbClr val="FF0000"/>
                </a:solidFill>
              </a:rPr>
              <a:t>pthread_create</a:t>
            </a:r>
            <a:r>
              <a:rPr lang="de-DE" dirty="0"/>
              <a:t> (</a:t>
            </a:r>
            <a:r>
              <a:rPr lang="de-DE" dirty="0" err="1"/>
              <a:t>thread</a:t>
            </a:r>
            <a:r>
              <a:rPr lang="de-DE" dirty="0"/>
              <a:t>, </a:t>
            </a:r>
            <a:r>
              <a:rPr lang="de-DE" dirty="0" err="1"/>
              <a:t>attr</a:t>
            </a:r>
            <a:r>
              <a:rPr lang="de-DE" dirty="0"/>
              <a:t>, </a:t>
            </a:r>
            <a:r>
              <a:rPr lang="de-DE" b="1" dirty="0" err="1"/>
              <a:t>start_routine</a:t>
            </a:r>
            <a:r>
              <a:rPr lang="de-DE" dirty="0"/>
              <a:t>, arg)</a:t>
            </a:r>
          </a:p>
          <a:p>
            <a:r>
              <a:rPr lang="de-DE" dirty="0"/>
              <a:t>Argumente</a:t>
            </a:r>
          </a:p>
          <a:p>
            <a:pPr lvl="1"/>
            <a:r>
              <a:rPr lang="de-DE" dirty="0">
                <a:solidFill>
                  <a:srgbClr val="0070C0"/>
                </a:solidFill>
              </a:rPr>
              <a:t>thread</a:t>
            </a:r>
            <a:r>
              <a:rPr lang="de-DE" dirty="0"/>
              <a:t>: Ein eindeutiger  Identifikator, der von der Routine initialisiert wird (Typ </a:t>
            </a:r>
            <a:r>
              <a:rPr lang="de-DE" b="1" dirty="0">
                <a:solidFill>
                  <a:srgbClr val="00B0F0"/>
                </a:solidFill>
              </a:rPr>
              <a:t>pthread_t</a:t>
            </a:r>
            <a:r>
              <a:rPr lang="de-DE" dirty="0"/>
              <a:t> )</a:t>
            </a:r>
          </a:p>
          <a:p>
            <a:pPr lvl="1"/>
            <a:r>
              <a:rPr lang="de-DE" dirty="0" err="1">
                <a:solidFill>
                  <a:srgbClr val="0070C0"/>
                </a:solidFill>
              </a:rPr>
              <a:t>attr</a:t>
            </a:r>
            <a:r>
              <a:rPr lang="de-DE" dirty="0"/>
              <a:t>: Ein Objekt zum Setzen der Eigenschaften eines Threads, oder NULL für Standardwerte</a:t>
            </a:r>
          </a:p>
          <a:p>
            <a:pPr lvl="1"/>
            <a:r>
              <a:rPr lang="de-DE" b="1" dirty="0" err="1">
                <a:solidFill>
                  <a:srgbClr val="0070C0"/>
                </a:solidFill>
              </a:rPr>
              <a:t>start_routine</a:t>
            </a:r>
            <a:r>
              <a:rPr lang="de-DE" dirty="0"/>
              <a:t>: Zeiger zu der Funktion, die als der Thread-Code ausgeführt wird </a:t>
            </a:r>
          </a:p>
          <a:p>
            <a:pPr lvl="1"/>
            <a:r>
              <a:rPr lang="de-DE" dirty="0">
                <a:solidFill>
                  <a:srgbClr val="0070C0"/>
                </a:solidFill>
              </a:rPr>
              <a:t>arg</a:t>
            </a:r>
            <a:r>
              <a:rPr lang="de-DE" dirty="0"/>
              <a:t>: Das einzige Argument, das an </a:t>
            </a:r>
            <a:r>
              <a:rPr lang="de-DE" i="1" dirty="0" err="1"/>
              <a:t>start_routine</a:t>
            </a:r>
            <a:r>
              <a:rPr lang="de-DE" dirty="0"/>
              <a:t> übergeben werden kann; NULL, wenn sie</a:t>
            </a:r>
            <a:r>
              <a:rPr lang="de-DE" i="1" dirty="0"/>
              <a:t> </a:t>
            </a:r>
            <a:r>
              <a:rPr lang="de-DE" dirty="0"/>
              <a:t>keine Argumente braucht</a:t>
            </a:r>
          </a:p>
          <a:p>
            <a:pPr lvl="1">
              <a:buNone/>
            </a:pPr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5" name="Textfeld 4"/>
          <p:cNvSpPr txBox="1"/>
          <p:nvPr/>
        </p:nvSpPr>
        <p:spPr>
          <a:xfrm>
            <a:off x="395536" y="5445224"/>
            <a:ext cx="8424936" cy="83099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de-DE" sz="2400" dirty="0" err="1"/>
              <a:t>rc</a:t>
            </a:r>
            <a:r>
              <a:rPr lang="de-DE" sz="2400" dirty="0"/>
              <a:t> = </a:t>
            </a:r>
            <a:r>
              <a:rPr lang="de-DE" sz="2400" b="1" dirty="0" err="1">
                <a:solidFill>
                  <a:srgbClr val="FF0000"/>
                </a:solidFill>
              </a:rPr>
              <a:t>pthread_create</a:t>
            </a:r>
            <a:r>
              <a:rPr lang="de-DE" sz="2400" dirty="0"/>
              <a:t>( &amp;</a:t>
            </a:r>
            <a:r>
              <a:rPr lang="de-DE" sz="2400" dirty="0" err="1">
                <a:solidFill>
                  <a:srgbClr val="0070C0"/>
                </a:solidFill>
              </a:rPr>
              <a:t>threads</a:t>
            </a:r>
            <a:r>
              <a:rPr lang="de-DE" sz="2400" dirty="0">
                <a:solidFill>
                  <a:srgbClr val="0070C0"/>
                </a:solidFill>
              </a:rPr>
              <a:t> </a:t>
            </a:r>
            <a:r>
              <a:rPr lang="de-DE" sz="2400" dirty="0"/>
              <a:t>[i], </a:t>
            </a:r>
            <a:r>
              <a:rPr lang="de-DE" sz="2400" dirty="0">
                <a:solidFill>
                  <a:srgbClr val="0070C0"/>
                </a:solidFill>
              </a:rPr>
              <a:t>NULL</a:t>
            </a:r>
            <a:r>
              <a:rPr lang="de-DE" sz="2400" dirty="0"/>
              <a:t>, </a:t>
            </a:r>
            <a:r>
              <a:rPr lang="de-DE" sz="2400" dirty="0" err="1">
                <a:solidFill>
                  <a:srgbClr val="0070C0"/>
                </a:solidFill>
              </a:rPr>
              <a:t>TaskCode</a:t>
            </a:r>
            <a:r>
              <a:rPr lang="de-DE" sz="2400" dirty="0"/>
              <a:t>, </a:t>
            </a:r>
            <a:br>
              <a:rPr lang="de-DE" sz="2400" dirty="0"/>
            </a:br>
            <a:r>
              <a:rPr lang="de-DE" sz="2400" dirty="0"/>
              <a:t>                                               (</a:t>
            </a:r>
            <a:r>
              <a:rPr lang="de-DE" sz="2400" dirty="0" err="1"/>
              <a:t>void</a:t>
            </a:r>
            <a:r>
              <a:rPr lang="de-DE" sz="2400" dirty="0"/>
              <a:t> *) &amp;</a:t>
            </a:r>
            <a:r>
              <a:rPr lang="de-DE" sz="2400" dirty="0" err="1">
                <a:solidFill>
                  <a:srgbClr val="0070C0"/>
                </a:solidFill>
              </a:rPr>
              <a:t>thread_args</a:t>
            </a:r>
            <a:r>
              <a:rPr lang="de-DE" sz="2400" dirty="0"/>
              <a:t>[i]);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A2A5117F-5590-4F7A-9560-18DE0C0AFE53}"/>
                  </a:ext>
                </a:extLst>
              </p14:cNvPr>
              <p14:cNvContentPartPr/>
              <p14:nvPr/>
            </p14:nvContentPartPr>
            <p14:xfrm>
              <a:off x="3988440" y="4983120"/>
              <a:ext cx="30240" cy="216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A2A5117F-5590-4F7A-9560-18DE0C0AFE5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9080" y="4973760"/>
                <a:ext cx="4896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7979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POSIX Pthreads – Terminieren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4874096"/>
          </a:xfrm>
        </p:spPr>
        <p:txBody>
          <a:bodyPr>
            <a:normAutofit/>
          </a:bodyPr>
          <a:lstStyle/>
          <a:p>
            <a:r>
              <a:rPr lang="de-DE" dirty="0"/>
              <a:t>Möglichkeiten der Terminierung</a:t>
            </a:r>
          </a:p>
          <a:p>
            <a:pPr lvl="1"/>
            <a:r>
              <a:rPr lang="de-DE" dirty="0"/>
              <a:t>Thread kehrt aus </a:t>
            </a:r>
            <a:r>
              <a:rPr lang="de-DE" i="1" dirty="0" err="1"/>
              <a:t>start_routine</a:t>
            </a:r>
            <a:r>
              <a:rPr lang="de-DE" dirty="0"/>
              <a:t> (via </a:t>
            </a:r>
            <a:r>
              <a:rPr lang="de-DE" dirty="0" err="1"/>
              <a:t>return</a:t>
            </a:r>
            <a:r>
              <a:rPr lang="de-DE" dirty="0"/>
              <a:t>) zurück</a:t>
            </a:r>
          </a:p>
          <a:p>
            <a:pPr lvl="1"/>
            <a:r>
              <a:rPr lang="de-DE" dirty="0"/>
              <a:t>Thread ruft </a:t>
            </a:r>
            <a:r>
              <a:rPr lang="de-DE" b="1" dirty="0" err="1">
                <a:solidFill>
                  <a:srgbClr val="FF0000"/>
                </a:solidFill>
              </a:rPr>
              <a:t>pthread_exit</a:t>
            </a:r>
            <a:r>
              <a:rPr lang="de-DE" dirty="0"/>
              <a:t>() auf</a:t>
            </a:r>
          </a:p>
          <a:p>
            <a:pPr lvl="1"/>
            <a:r>
              <a:rPr lang="de-DE" dirty="0"/>
              <a:t>Thread wird durch einen anderen Thread via </a:t>
            </a:r>
            <a:r>
              <a:rPr lang="de-DE" b="1" dirty="0" err="1">
                <a:solidFill>
                  <a:srgbClr val="FF0000"/>
                </a:solidFill>
              </a:rPr>
              <a:t>pthread_cancel</a:t>
            </a:r>
            <a:r>
              <a:rPr lang="de-DE" b="1" dirty="0">
                <a:solidFill>
                  <a:srgbClr val="FF0000"/>
                </a:solidFill>
              </a:rPr>
              <a:t> </a:t>
            </a:r>
            <a:r>
              <a:rPr lang="de-DE" dirty="0"/>
              <a:t>() ausgeschaltet</a:t>
            </a:r>
            <a:endParaRPr lang="de-DE" b="1" dirty="0">
              <a:solidFill>
                <a:srgbClr val="FF0000"/>
              </a:solidFill>
            </a:endParaRPr>
          </a:p>
          <a:p>
            <a:pPr lvl="1"/>
            <a:r>
              <a:rPr lang="de-DE" dirty="0"/>
              <a:t>Der ganze Prozess terminiert durch Aufruf von </a:t>
            </a:r>
            <a:r>
              <a:rPr lang="de-DE" b="1" dirty="0" err="1">
                <a:solidFill>
                  <a:srgbClr val="FF0000"/>
                </a:solidFill>
              </a:rPr>
              <a:t>execve</a:t>
            </a:r>
            <a:r>
              <a:rPr lang="de-DE" dirty="0"/>
              <a:t> oder </a:t>
            </a:r>
            <a:r>
              <a:rPr lang="de-DE" b="1" dirty="0" err="1">
                <a:solidFill>
                  <a:srgbClr val="FF0000"/>
                </a:solidFill>
              </a:rPr>
              <a:t>exit</a:t>
            </a:r>
            <a:endParaRPr lang="de-DE" b="1" dirty="0">
              <a:solidFill>
                <a:srgbClr val="FF0000"/>
              </a:solidFill>
            </a:endParaRPr>
          </a:p>
          <a:p>
            <a:r>
              <a:rPr lang="de-DE" dirty="0" err="1"/>
              <a:t>int</a:t>
            </a:r>
            <a:r>
              <a:rPr lang="de-DE" dirty="0"/>
              <a:t> </a:t>
            </a:r>
            <a:r>
              <a:rPr lang="de-DE" b="1" dirty="0" err="1">
                <a:solidFill>
                  <a:srgbClr val="FF0000"/>
                </a:solidFill>
              </a:rPr>
              <a:t>pthread_join</a:t>
            </a:r>
            <a:r>
              <a:rPr lang="de-DE" dirty="0"/>
              <a:t> (</a:t>
            </a:r>
            <a:r>
              <a:rPr lang="de-DE" dirty="0" err="1"/>
              <a:t>pthread_t</a:t>
            </a:r>
            <a:r>
              <a:rPr lang="de-DE" dirty="0"/>
              <a:t> </a:t>
            </a:r>
            <a:r>
              <a:rPr lang="de-DE" i="1" dirty="0" err="1">
                <a:solidFill>
                  <a:srgbClr val="0070C0"/>
                </a:solidFill>
              </a:rPr>
              <a:t>thread</a:t>
            </a:r>
            <a:r>
              <a:rPr lang="de-DE" dirty="0"/>
              <a:t>, </a:t>
            </a:r>
            <a:r>
              <a:rPr lang="de-DE" dirty="0" err="1"/>
              <a:t>void</a:t>
            </a:r>
            <a:r>
              <a:rPr lang="de-DE" dirty="0"/>
              <a:t> **</a:t>
            </a:r>
            <a:r>
              <a:rPr lang="de-DE" i="1" dirty="0" err="1"/>
              <a:t>value_ptr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Der aufrufende Thread wartet, bis </a:t>
            </a:r>
            <a:r>
              <a:rPr lang="de-DE" i="1" dirty="0" err="1">
                <a:solidFill>
                  <a:srgbClr val="0070C0"/>
                </a:solidFill>
              </a:rPr>
              <a:t>thread</a:t>
            </a:r>
            <a:r>
              <a:rPr lang="de-DE" i="1" dirty="0">
                <a:solidFill>
                  <a:srgbClr val="0070C0"/>
                </a:solidFill>
              </a:rPr>
              <a:t> </a:t>
            </a:r>
            <a:r>
              <a:rPr lang="de-DE" dirty="0"/>
              <a:t>terminiert</a:t>
            </a:r>
          </a:p>
          <a:p>
            <a:pPr lvl="1"/>
            <a:r>
              <a:rPr lang="de-DE" dirty="0"/>
              <a:t>value_ptr zeigt auf Daten, die </a:t>
            </a:r>
            <a:r>
              <a:rPr lang="de-DE" i="1" dirty="0"/>
              <a:t>thread </a:t>
            </a:r>
            <a:r>
              <a:rPr lang="de-DE" dirty="0"/>
              <a:t>beim Terminieren übergeben hat</a:t>
            </a:r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24</a:t>
            </a:fld>
            <a:endParaRPr lang="en-US" noProof="0" dirty="0"/>
          </a:p>
        </p:txBody>
      </p:sp>
      <p:sp>
        <p:nvSpPr>
          <p:cNvPr id="6" name="Textfeld 5"/>
          <p:cNvSpPr txBox="1"/>
          <p:nvPr/>
        </p:nvSpPr>
        <p:spPr>
          <a:xfrm>
            <a:off x="1691680" y="5805264"/>
            <a:ext cx="5745484" cy="83099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(i=0; i&lt;NUM_THREADS; ++i) {</a:t>
            </a:r>
          </a:p>
          <a:p>
            <a:pPr>
              <a:buNone/>
            </a:pPr>
            <a:r>
              <a:rPr lang="de-DE" sz="2400" dirty="0"/>
              <a:t>      </a:t>
            </a:r>
            <a:r>
              <a:rPr lang="de-DE" sz="2400" dirty="0" err="1"/>
              <a:t>rc</a:t>
            </a:r>
            <a:r>
              <a:rPr lang="de-DE" sz="2400" dirty="0"/>
              <a:t> = </a:t>
            </a:r>
            <a:r>
              <a:rPr lang="de-DE" sz="2400" b="1" dirty="0" err="1">
                <a:solidFill>
                  <a:srgbClr val="FF0000"/>
                </a:solidFill>
              </a:rPr>
              <a:t>pthread_join</a:t>
            </a:r>
            <a:r>
              <a:rPr lang="de-DE" sz="2400" dirty="0"/>
              <a:t> (</a:t>
            </a:r>
            <a:r>
              <a:rPr lang="de-DE" sz="2400" dirty="0" err="1"/>
              <a:t>threads</a:t>
            </a:r>
            <a:r>
              <a:rPr lang="de-DE" sz="2400" dirty="0"/>
              <a:t>[i], NULL);</a:t>
            </a:r>
          </a:p>
        </p:txBody>
      </p:sp>
    </p:spTree>
    <p:extLst>
      <p:ext uri="{BB962C8B-B14F-4D97-AF65-F5344CB8AC3E}">
        <p14:creationId xmlns:p14="http://schemas.microsoft.com/office/powerpoint/2010/main" val="3943991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POSIX Pthreads - Beispiel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395536" y="1268760"/>
            <a:ext cx="7992888" cy="5162128"/>
          </a:xfrm>
        </p:spPr>
        <p:txBody>
          <a:bodyPr numCol="1">
            <a:noAutofit/>
          </a:bodyPr>
          <a:lstStyle/>
          <a:p>
            <a:pPr>
              <a:buNone/>
            </a:pPr>
            <a:r>
              <a:rPr lang="de-DE" sz="2400" dirty="0"/>
              <a:t>#</a:t>
            </a:r>
            <a:r>
              <a:rPr lang="de-DE" sz="2400" dirty="0" err="1"/>
              <a:t>include</a:t>
            </a:r>
            <a:r>
              <a:rPr lang="de-DE" sz="2400" dirty="0"/>
              <a:t> &lt;</a:t>
            </a:r>
            <a:r>
              <a:rPr lang="de-DE" sz="2400" dirty="0" err="1"/>
              <a:t>pthread.h</a:t>
            </a:r>
            <a:r>
              <a:rPr lang="de-DE" sz="2400" dirty="0"/>
              <a:t>&gt;, &lt;</a:t>
            </a:r>
            <a:r>
              <a:rPr lang="de-DE" sz="2400" dirty="0" err="1"/>
              <a:t>stdio.h</a:t>
            </a:r>
            <a:r>
              <a:rPr lang="de-DE" sz="2400" dirty="0"/>
              <a:t>&gt;,  &lt;</a:t>
            </a:r>
            <a:r>
              <a:rPr lang="de-DE" sz="2400" dirty="0" err="1"/>
              <a:t>stdlib.h</a:t>
            </a:r>
            <a:r>
              <a:rPr lang="de-DE" sz="2400" dirty="0"/>
              <a:t>&gt;, &lt;</a:t>
            </a:r>
            <a:r>
              <a:rPr lang="de-DE" sz="2400" dirty="0" err="1"/>
              <a:t>assert.h</a:t>
            </a:r>
            <a:r>
              <a:rPr lang="de-DE" sz="2400" dirty="0"/>
              <a:t>&gt;</a:t>
            </a:r>
          </a:p>
          <a:p>
            <a:pPr>
              <a:buNone/>
            </a:pPr>
            <a:r>
              <a:rPr lang="de-DE" sz="2400" dirty="0"/>
              <a:t>#</a:t>
            </a:r>
            <a:r>
              <a:rPr lang="de-DE" sz="2400" dirty="0" err="1"/>
              <a:t>define</a:t>
            </a:r>
            <a:r>
              <a:rPr lang="de-DE" sz="2400" dirty="0"/>
              <a:t>  NUM_THREADS     5 </a:t>
            </a:r>
          </a:p>
          <a:p>
            <a:pPr>
              <a:buNone/>
            </a:pPr>
            <a:endParaRPr lang="de-DE" sz="2400" dirty="0"/>
          </a:p>
          <a:p>
            <a:pPr>
              <a:buNone/>
            </a:pPr>
            <a:r>
              <a:rPr lang="de-DE" sz="2400" dirty="0" err="1"/>
              <a:t>void</a:t>
            </a:r>
            <a:r>
              <a:rPr lang="de-DE" sz="2400" dirty="0"/>
              <a:t> *</a:t>
            </a:r>
            <a:r>
              <a:rPr lang="de-DE" sz="2400" b="1" dirty="0" err="1">
                <a:solidFill>
                  <a:srgbClr val="7030A0"/>
                </a:solidFill>
              </a:rPr>
              <a:t>TaskCode</a:t>
            </a:r>
            <a:r>
              <a:rPr lang="de-DE" sz="2400" dirty="0"/>
              <a:t> (</a:t>
            </a:r>
            <a:r>
              <a:rPr lang="de-DE" sz="2400" b="1" dirty="0" err="1"/>
              <a:t>void</a:t>
            </a:r>
            <a:r>
              <a:rPr lang="de-DE" sz="2400" dirty="0"/>
              <a:t> *</a:t>
            </a:r>
            <a:r>
              <a:rPr lang="de-DE" sz="2400" dirty="0" err="1"/>
              <a:t>argument</a:t>
            </a:r>
            <a:r>
              <a:rPr lang="de-DE" sz="2400" dirty="0"/>
              <a:t>) {</a:t>
            </a:r>
          </a:p>
          <a:p>
            <a:pPr>
              <a:buNone/>
            </a:pPr>
            <a:r>
              <a:rPr lang="de-DE" sz="2400" dirty="0"/>
              <a:t>   </a:t>
            </a:r>
            <a:r>
              <a:rPr lang="de-DE" sz="2400" b="1" dirty="0" err="1"/>
              <a:t>int</a:t>
            </a:r>
            <a:r>
              <a:rPr lang="de-DE" sz="2400" dirty="0"/>
              <a:t> </a:t>
            </a:r>
            <a:r>
              <a:rPr lang="de-DE" sz="2400" dirty="0" err="1"/>
              <a:t>tid</a:t>
            </a:r>
            <a:r>
              <a:rPr lang="de-DE" sz="2400" dirty="0"/>
              <a:t>;  </a:t>
            </a:r>
            <a:r>
              <a:rPr lang="de-DE" sz="2400" dirty="0" err="1"/>
              <a:t>tid</a:t>
            </a:r>
            <a:r>
              <a:rPr lang="de-DE" sz="2400" dirty="0"/>
              <a:t> = *((</a:t>
            </a:r>
            <a:r>
              <a:rPr lang="de-DE" sz="2400" dirty="0" err="1"/>
              <a:t>int</a:t>
            </a:r>
            <a:r>
              <a:rPr lang="de-DE" sz="2400" dirty="0"/>
              <a:t> *) </a:t>
            </a:r>
            <a:r>
              <a:rPr lang="de-DE" sz="2400" dirty="0" err="1"/>
              <a:t>argument</a:t>
            </a:r>
            <a:r>
              <a:rPr lang="de-DE" sz="2400" dirty="0"/>
              <a:t>);</a:t>
            </a:r>
          </a:p>
          <a:p>
            <a:pPr>
              <a:buNone/>
            </a:pPr>
            <a:r>
              <a:rPr lang="de-DE" sz="2400" dirty="0"/>
              <a:t>   </a:t>
            </a:r>
            <a:r>
              <a:rPr lang="de-DE" sz="2400" dirty="0" err="1"/>
              <a:t>printf</a:t>
            </a:r>
            <a:r>
              <a:rPr lang="de-DE" sz="2400" dirty="0"/>
              <a:t> ("</a:t>
            </a:r>
            <a:r>
              <a:rPr lang="de-DE" sz="2400" dirty="0" err="1">
                <a:solidFill>
                  <a:srgbClr val="0070C0"/>
                </a:solidFill>
              </a:rPr>
              <a:t>It's</a:t>
            </a:r>
            <a:r>
              <a:rPr lang="de-DE" sz="2400" dirty="0">
                <a:solidFill>
                  <a:srgbClr val="0070C0"/>
                </a:solidFill>
              </a:rPr>
              <a:t> </a:t>
            </a:r>
            <a:r>
              <a:rPr lang="de-DE" sz="2400" dirty="0" err="1">
                <a:solidFill>
                  <a:srgbClr val="0070C0"/>
                </a:solidFill>
              </a:rPr>
              <a:t>me</a:t>
            </a:r>
            <a:r>
              <a:rPr lang="de-DE" sz="2400" dirty="0">
                <a:solidFill>
                  <a:srgbClr val="0070C0"/>
                </a:solidFill>
              </a:rPr>
              <a:t>, </a:t>
            </a:r>
            <a:r>
              <a:rPr lang="de-DE" sz="2400" dirty="0" err="1">
                <a:solidFill>
                  <a:srgbClr val="0070C0"/>
                </a:solidFill>
              </a:rPr>
              <a:t>silly-billy</a:t>
            </a:r>
            <a:r>
              <a:rPr lang="de-DE" sz="2400" dirty="0">
                <a:solidFill>
                  <a:srgbClr val="0070C0"/>
                </a:solidFill>
              </a:rPr>
              <a:t>! I am </a:t>
            </a:r>
            <a:r>
              <a:rPr lang="de-DE" sz="2400" dirty="0" err="1">
                <a:solidFill>
                  <a:srgbClr val="0070C0"/>
                </a:solidFill>
              </a:rPr>
              <a:t>number</a:t>
            </a:r>
            <a:r>
              <a:rPr lang="de-DE" sz="2400" dirty="0"/>
              <a:t> %d!\n", </a:t>
            </a:r>
            <a:r>
              <a:rPr lang="de-DE" sz="2400" dirty="0" err="1"/>
              <a:t>tid</a:t>
            </a:r>
            <a:r>
              <a:rPr lang="de-DE" sz="2400" dirty="0"/>
              <a:t>);</a:t>
            </a:r>
          </a:p>
          <a:p>
            <a:pPr>
              <a:buNone/>
            </a:pPr>
            <a:r>
              <a:rPr lang="de-DE" sz="2400" dirty="0"/>
              <a:t>   </a:t>
            </a:r>
            <a:r>
              <a:rPr lang="de-DE" sz="2400" dirty="0" err="1"/>
              <a:t>return</a:t>
            </a:r>
            <a:r>
              <a:rPr lang="de-DE" sz="2400" dirty="0"/>
              <a:t> NULL;</a:t>
            </a:r>
          </a:p>
          <a:p>
            <a:pPr>
              <a:buNone/>
            </a:pPr>
            <a:r>
              <a:rPr lang="de-DE" sz="2400" dirty="0"/>
              <a:t>}</a:t>
            </a:r>
          </a:p>
          <a:p>
            <a:pPr>
              <a:buNone/>
            </a:pPr>
            <a:endParaRPr lang="de-DE" sz="2400" dirty="0"/>
          </a:p>
          <a:p>
            <a:pPr>
              <a:buNone/>
            </a:pPr>
            <a:r>
              <a:rPr lang="de-DE" sz="2400" b="1" dirty="0" err="1"/>
              <a:t>int</a:t>
            </a:r>
            <a:r>
              <a:rPr lang="de-DE" sz="2400" dirty="0"/>
              <a:t> </a:t>
            </a:r>
            <a:r>
              <a:rPr lang="de-DE" sz="2400" dirty="0" err="1"/>
              <a:t>main</a:t>
            </a:r>
            <a:r>
              <a:rPr lang="de-DE" sz="2400" dirty="0"/>
              <a:t> (</a:t>
            </a:r>
            <a:r>
              <a:rPr lang="de-DE" sz="2400" b="1" dirty="0" err="1"/>
              <a:t>int</a:t>
            </a:r>
            <a:r>
              <a:rPr lang="de-DE" sz="2400" dirty="0"/>
              <a:t> </a:t>
            </a:r>
            <a:r>
              <a:rPr lang="de-DE" sz="2400" dirty="0" err="1"/>
              <a:t>argc</a:t>
            </a:r>
            <a:r>
              <a:rPr lang="de-DE" sz="2400" dirty="0"/>
              <a:t>, </a:t>
            </a:r>
            <a:r>
              <a:rPr lang="de-DE" sz="2400" b="1" dirty="0" err="1"/>
              <a:t>char</a:t>
            </a:r>
            <a:r>
              <a:rPr lang="de-DE" sz="2400" dirty="0"/>
              <a:t> *</a:t>
            </a:r>
            <a:r>
              <a:rPr lang="de-DE" sz="2400" dirty="0" err="1"/>
              <a:t>argv</a:t>
            </a:r>
            <a:r>
              <a:rPr lang="de-DE" sz="2400" dirty="0"/>
              <a:t>[]) {</a:t>
            </a:r>
          </a:p>
          <a:p>
            <a:pPr>
              <a:buNone/>
            </a:pPr>
            <a:r>
              <a:rPr lang="de-DE" sz="2400" dirty="0"/>
              <a:t>   </a:t>
            </a:r>
            <a:r>
              <a:rPr lang="de-DE" sz="2400" b="1" dirty="0" err="1">
                <a:solidFill>
                  <a:srgbClr val="00B0F0"/>
                </a:solidFill>
              </a:rPr>
              <a:t>pthread_t</a:t>
            </a:r>
            <a:r>
              <a:rPr lang="de-DE" sz="2400" dirty="0"/>
              <a:t> </a:t>
            </a:r>
            <a:r>
              <a:rPr lang="de-DE" sz="2400" dirty="0" err="1"/>
              <a:t>threads</a:t>
            </a:r>
            <a:r>
              <a:rPr lang="de-DE" sz="2400" dirty="0"/>
              <a:t> [NUM_THREADS]; </a:t>
            </a:r>
          </a:p>
          <a:p>
            <a:pPr>
              <a:buNone/>
            </a:pPr>
            <a:r>
              <a:rPr lang="de-DE" sz="2400" dirty="0"/>
              <a:t>   </a:t>
            </a:r>
            <a:r>
              <a:rPr lang="de-DE" sz="2400" b="1" dirty="0" err="1"/>
              <a:t>int</a:t>
            </a:r>
            <a:r>
              <a:rPr lang="de-DE" sz="2400" dirty="0"/>
              <a:t> </a:t>
            </a:r>
            <a:r>
              <a:rPr lang="de-DE" sz="2400" dirty="0" err="1"/>
              <a:t>thread_args</a:t>
            </a:r>
            <a:r>
              <a:rPr lang="de-DE" sz="2400" dirty="0"/>
              <a:t> [NUM_THREADS]; </a:t>
            </a:r>
            <a:r>
              <a:rPr lang="de-DE" sz="2400" b="1" dirty="0" err="1"/>
              <a:t>int</a:t>
            </a:r>
            <a:r>
              <a:rPr lang="de-DE" sz="2400" dirty="0"/>
              <a:t> </a:t>
            </a:r>
            <a:r>
              <a:rPr lang="de-DE" sz="2400" dirty="0" err="1"/>
              <a:t>rc</a:t>
            </a:r>
            <a:r>
              <a:rPr lang="de-DE" sz="2400" dirty="0"/>
              <a:t>, i;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876003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POSIX Pthreads– Beispiel /2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146085"/>
            <a:ext cx="8435280" cy="5738192"/>
          </a:xfrm>
        </p:spPr>
        <p:txBody>
          <a:bodyPr numCol="1">
            <a:noAutofit/>
          </a:bodyPr>
          <a:lstStyle/>
          <a:p>
            <a:pPr algn="just">
              <a:buNone/>
            </a:pPr>
            <a:r>
              <a:rPr lang="de-DE" sz="2400" dirty="0"/>
              <a:t>  </a:t>
            </a:r>
            <a:r>
              <a:rPr lang="de-DE" sz="2400" dirty="0" err="1"/>
              <a:t>for</a:t>
            </a:r>
            <a:r>
              <a:rPr lang="de-DE" sz="2400" dirty="0"/>
              <a:t> (i=0; i&lt;NUM_THREADS; ++i) {/* </a:t>
            </a:r>
            <a:r>
              <a:rPr lang="de-DE" sz="2400" dirty="0" err="1"/>
              <a:t>create</a:t>
            </a:r>
            <a:r>
              <a:rPr lang="de-DE" sz="2400" dirty="0"/>
              <a:t> all </a:t>
            </a:r>
            <a:r>
              <a:rPr lang="de-DE" sz="2400" dirty="0" err="1"/>
              <a:t>threads</a:t>
            </a:r>
            <a:r>
              <a:rPr lang="de-DE" sz="2400" dirty="0"/>
              <a:t> */</a:t>
            </a:r>
          </a:p>
          <a:p>
            <a:pPr>
              <a:buNone/>
            </a:pPr>
            <a:r>
              <a:rPr lang="de-DE" sz="2400" dirty="0"/>
              <a:t>      </a:t>
            </a:r>
            <a:r>
              <a:rPr lang="de-DE" sz="2400" dirty="0" err="1">
                <a:solidFill>
                  <a:srgbClr val="0070C0"/>
                </a:solidFill>
              </a:rPr>
              <a:t>thread_args</a:t>
            </a:r>
            <a:r>
              <a:rPr lang="de-DE" sz="2400" dirty="0">
                <a:solidFill>
                  <a:srgbClr val="0070C0"/>
                </a:solidFill>
              </a:rPr>
              <a:t>[i]</a:t>
            </a:r>
            <a:r>
              <a:rPr lang="de-DE" sz="2400" dirty="0"/>
              <a:t> = i;</a:t>
            </a:r>
          </a:p>
          <a:p>
            <a:pPr>
              <a:buNone/>
            </a:pPr>
            <a:r>
              <a:rPr lang="de-DE" sz="2400" dirty="0"/>
              <a:t>      </a:t>
            </a:r>
            <a:r>
              <a:rPr lang="de-DE" sz="2400" dirty="0" err="1"/>
              <a:t>printf</a:t>
            </a:r>
            <a:r>
              <a:rPr lang="de-DE" sz="2400" dirty="0"/>
              <a:t>("In </a:t>
            </a:r>
            <a:r>
              <a:rPr lang="de-DE" sz="2400" dirty="0" err="1"/>
              <a:t>main</a:t>
            </a:r>
            <a:r>
              <a:rPr lang="de-DE" sz="2400" dirty="0"/>
              <a:t>: </a:t>
            </a:r>
            <a:r>
              <a:rPr lang="de-DE" sz="2400" dirty="0" err="1"/>
              <a:t>creating</a:t>
            </a:r>
            <a:r>
              <a:rPr lang="de-DE" sz="2400" dirty="0"/>
              <a:t> </a:t>
            </a:r>
            <a:r>
              <a:rPr lang="de-DE" sz="2400" dirty="0" err="1"/>
              <a:t>thread</a:t>
            </a:r>
            <a:r>
              <a:rPr lang="de-DE" sz="2400" dirty="0"/>
              <a:t> %d\n", i);</a:t>
            </a:r>
          </a:p>
          <a:p>
            <a:pPr>
              <a:buNone/>
            </a:pPr>
            <a:r>
              <a:rPr lang="de-DE" sz="2400" dirty="0"/>
              <a:t>      </a:t>
            </a:r>
            <a:r>
              <a:rPr lang="de-DE" sz="2400" dirty="0" err="1"/>
              <a:t>rc</a:t>
            </a:r>
            <a:r>
              <a:rPr lang="de-DE" sz="2400" dirty="0"/>
              <a:t> = </a:t>
            </a:r>
            <a:r>
              <a:rPr lang="de-DE" sz="2400" b="1" dirty="0" err="1">
                <a:solidFill>
                  <a:srgbClr val="FF0000"/>
                </a:solidFill>
              </a:rPr>
              <a:t>pthread_create</a:t>
            </a:r>
            <a:r>
              <a:rPr lang="de-DE" sz="2400" dirty="0"/>
              <a:t>( &amp;</a:t>
            </a:r>
            <a:r>
              <a:rPr lang="de-DE" sz="2400" dirty="0" err="1"/>
              <a:t>threads</a:t>
            </a:r>
            <a:r>
              <a:rPr lang="de-DE" sz="2400" dirty="0"/>
              <a:t>[i], NULL, </a:t>
            </a:r>
            <a:r>
              <a:rPr lang="de-DE" sz="2400" dirty="0" err="1"/>
              <a:t>TaskCode</a:t>
            </a:r>
            <a:r>
              <a:rPr lang="de-DE" sz="2400" dirty="0"/>
              <a:t>, </a:t>
            </a:r>
          </a:p>
          <a:p>
            <a:pPr>
              <a:buNone/>
            </a:pPr>
            <a:r>
              <a:rPr lang="de-DE" sz="2400" dirty="0"/>
              <a:t>		(</a:t>
            </a:r>
            <a:r>
              <a:rPr lang="de-DE" sz="2400" dirty="0" err="1"/>
              <a:t>void</a:t>
            </a:r>
            <a:r>
              <a:rPr lang="de-DE" sz="2400" dirty="0"/>
              <a:t> *) </a:t>
            </a:r>
            <a:r>
              <a:rPr lang="de-DE" sz="2400" dirty="0">
                <a:solidFill>
                  <a:srgbClr val="0070C0"/>
                </a:solidFill>
              </a:rPr>
              <a:t>&amp;</a:t>
            </a:r>
            <a:r>
              <a:rPr lang="de-DE" sz="2400" dirty="0" err="1">
                <a:solidFill>
                  <a:srgbClr val="0070C0"/>
                </a:solidFill>
              </a:rPr>
              <a:t>thread_args</a:t>
            </a:r>
            <a:r>
              <a:rPr lang="de-DE" sz="2400" dirty="0">
                <a:solidFill>
                  <a:srgbClr val="0070C0"/>
                </a:solidFill>
              </a:rPr>
              <a:t>[i]</a:t>
            </a:r>
            <a:r>
              <a:rPr lang="de-DE" sz="2400" dirty="0"/>
              <a:t>);</a:t>
            </a:r>
          </a:p>
          <a:p>
            <a:pPr>
              <a:buNone/>
            </a:pPr>
            <a:r>
              <a:rPr lang="de-DE" sz="2400" dirty="0"/>
              <a:t>      </a:t>
            </a:r>
            <a:r>
              <a:rPr lang="de-DE" sz="2400" dirty="0" err="1"/>
              <a:t>assert</a:t>
            </a:r>
            <a:r>
              <a:rPr lang="de-DE" sz="2400" dirty="0"/>
              <a:t>(0 == </a:t>
            </a:r>
            <a:r>
              <a:rPr lang="de-DE" sz="2400" dirty="0" err="1"/>
              <a:t>rc</a:t>
            </a:r>
            <a:r>
              <a:rPr lang="de-DE" sz="2400" dirty="0"/>
              <a:t>);</a:t>
            </a:r>
          </a:p>
          <a:p>
            <a:pPr>
              <a:buNone/>
            </a:pPr>
            <a:r>
              <a:rPr lang="de-DE" sz="2400" dirty="0"/>
              <a:t>   }</a:t>
            </a:r>
          </a:p>
          <a:p>
            <a:pPr>
              <a:buNone/>
            </a:pPr>
            <a:r>
              <a:rPr lang="de-DE" sz="2400" dirty="0"/>
              <a:t>   /* </a:t>
            </a:r>
            <a:r>
              <a:rPr lang="de-DE" sz="2400" dirty="0" err="1"/>
              <a:t>wait</a:t>
            </a:r>
            <a:r>
              <a:rPr lang="de-DE" sz="2400" dirty="0"/>
              <a:t> </a:t>
            </a:r>
            <a:r>
              <a:rPr lang="de-DE" sz="2400" dirty="0" err="1"/>
              <a:t>for</a:t>
            </a:r>
            <a:r>
              <a:rPr lang="de-DE" sz="2400" dirty="0"/>
              <a:t> all </a:t>
            </a:r>
            <a:r>
              <a:rPr lang="de-DE" sz="2400" dirty="0" err="1"/>
              <a:t>threads</a:t>
            </a:r>
            <a:r>
              <a:rPr lang="de-DE" sz="2400" dirty="0"/>
              <a:t> </a:t>
            </a:r>
            <a:r>
              <a:rPr lang="de-DE" sz="2400" dirty="0" err="1"/>
              <a:t>to</a:t>
            </a:r>
            <a:r>
              <a:rPr lang="de-DE" sz="2400" dirty="0"/>
              <a:t> </a:t>
            </a:r>
            <a:r>
              <a:rPr lang="de-DE" sz="2400" dirty="0" err="1"/>
              <a:t>complete</a:t>
            </a:r>
            <a:r>
              <a:rPr lang="de-DE" sz="2400" dirty="0"/>
              <a:t> */</a:t>
            </a:r>
          </a:p>
          <a:p>
            <a:pPr>
              <a:buNone/>
            </a:pPr>
            <a:r>
              <a:rPr lang="de-DE" sz="2400" dirty="0"/>
              <a:t>   </a:t>
            </a:r>
            <a:r>
              <a:rPr lang="de-DE" sz="2400" dirty="0" err="1"/>
              <a:t>for</a:t>
            </a:r>
            <a:r>
              <a:rPr lang="de-DE" sz="2400" dirty="0"/>
              <a:t> (i=0; i&lt;NUM_THREADS; ++i) {</a:t>
            </a:r>
          </a:p>
          <a:p>
            <a:pPr>
              <a:buNone/>
            </a:pPr>
            <a:r>
              <a:rPr lang="de-DE" sz="2400" dirty="0"/>
              <a:t>      </a:t>
            </a:r>
            <a:r>
              <a:rPr lang="de-DE" sz="2400" dirty="0" err="1"/>
              <a:t>rc</a:t>
            </a:r>
            <a:r>
              <a:rPr lang="de-DE" sz="2400" dirty="0"/>
              <a:t> = </a:t>
            </a:r>
            <a:r>
              <a:rPr lang="de-DE" sz="2400" b="1" dirty="0" err="1">
                <a:solidFill>
                  <a:srgbClr val="FF0000"/>
                </a:solidFill>
              </a:rPr>
              <a:t>pthread_join</a:t>
            </a:r>
            <a:r>
              <a:rPr lang="de-DE" sz="2400" dirty="0"/>
              <a:t> (</a:t>
            </a:r>
            <a:r>
              <a:rPr lang="de-DE" sz="2400" dirty="0" err="1"/>
              <a:t>threads</a:t>
            </a:r>
            <a:r>
              <a:rPr lang="de-DE" sz="2400" dirty="0"/>
              <a:t>[i], NULL);</a:t>
            </a:r>
          </a:p>
          <a:p>
            <a:pPr>
              <a:buNone/>
            </a:pPr>
            <a:r>
              <a:rPr lang="de-DE" sz="2400" dirty="0"/>
              <a:t>      </a:t>
            </a:r>
            <a:r>
              <a:rPr lang="de-DE" sz="2400" dirty="0" err="1"/>
              <a:t>assert</a:t>
            </a:r>
            <a:r>
              <a:rPr lang="de-DE" sz="2400" dirty="0"/>
              <a:t> (0 == </a:t>
            </a:r>
            <a:r>
              <a:rPr lang="de-DE" sz="2400" dirty="0" err="1"/>
              <a:t>rc</a:t>
            </a:r>
            <a:r>
              <a:rPr lang="de-DE" sz="2400" dirty="0"/>
              <a:t>); }</a:t>
            </a:r>
          </a:p>
          <a:p>
            <a:pPr>
              <a:buNone/>
            </a:pPr>
            <a:r>
              <a:rPr lang="de-DE" sz="2400" dirty="0"/>
              <a:t>   </a:t>
            </a:r>
            <a:r>
              <a:rPr lang="de-DE" sz="2400" dirty="0" err="1"/>
              <a:t>exit</a:t>
            </a:r>
            <a:r>
              <a:rPr lang="de-DE" sz="2400" dirty="0"/>
              <a:t>(EXIT_SUCCESS);</a:t>
            </a:r>
          </a:p>
          <a:p>
            <a:pPr>
              <a:buNone/>
            </a:pPr>
            <a:r>
              <a:rPr lang="de-DE" sz="2000" dirty="0"/>
              <a:t>}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73640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7D1A8-7311-4D96-B128-405D0C3AF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POSIX </a:t>
            </a:r>
            <a:r>
              <a:rPr lang="de-DE" dirty="0" err="1"/>
              <a:t>Pthreads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F771247-AD5A-4BC6-B7E0-AD33EE263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27</a:t>
            </a:fld>
            <a:endParaRPr lang="en-US" noProof="0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D399193-3CB1-4B3C-9957-B561117E0EA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573819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de-DE" sz="1400" dirty="0"/>
              <a:t>#</a:t>
            </a:r>
            <a:r>
              <a:rPr lang="de-DE" sz="1400" dirty="0" err="1"/>
              <a:t>include</a:t>
            </a:r>
            <a:r>
              <a:rPr lang="de-DE" sz="1400" dirty="0"/>
              <a:t> &lt;</a:t>
            </a:r>
            <a:r>
              <a:rPr lang="de-DE" sz="1400" dirty="0" err="1"/>
              <a:t>pthread.h</a:t>
            </a:r>
            <a:r>
              <a:rPr lang="de-DE" sz="1400" dirty="0"/>
              <a:t>&gt;, …</a:t>
            </a:r>
          </a:p>
          <a:p>
            <a:pPr>
              <a:buNone/>
            </a:pPr>
            <a:r>
              <a:rPr lang="de-DE" sz="1400" dirty="0"/>
              <a:t>#</a:t>
            </a:r>
            <a:r>
              <a:rPr lang="de-DE" sz="1400" dirty="0" err="1"/>
              <a:t>define</a:t>
            </a:r>
            <a:r>
              <a:rPr lang="de-DE" sz="1400" dirty="0"/>
              <a:t>  NUM_THREADS     3</a:t>
            </a:r>
          </a:p>
          <a:p>
            <a:pPr>
              <a:buNone/>
            </a:pPr>
            <a:r>
              <a:rPr lang="de-DE" sz="1400" dirty="0" err="1"/>
              <a:t>void</a:t>
            </a:r>
            <a:r>
              <a:rPr lang="de-DE" sz="1400" dirty="0"/>
              <a:t> *</a:t>
            </a:r>
            <a:r>
              <a:rPr lang="de-DE" sz="1400" b="1" dirty="0" err="1">
                <a:solidFill>
                  <a:srgbClr val="7030A0"/>
                </a:solidFill>
              </a:rPr>
              <a:t>TaskCode</a:t>
            </a:r>
            <a:r>
              <a:rPr lang="de-DE" sz="1400" dirty="0"/>
              <a:t> (</a:t>
            </a:r>
            <a:r>
              <a:rPr lang="de-DE" sz="1400" dirty="0" err="1"/>
              <a:t>void</a:t>
            </a:r>
            <a:r>
              <a:rPr lang="de-DE" sz="1400" dirty="0"/>
              <a:t> *</a:t>
            </a:r>
            <a:r>
              <a:rPr lang="de-DE" sz="1400" dirty="0" err="1"/>
              <a:t>argument</a:t>
            </a:r>
            <a:r>
              <a:rPr lang="de-DE" sz="1400" dirty="0"/>
              <a:t>) {</a:t>
            </a:r>
          </a:p>
          <a:p>
            <a:pPr>
              <a:buNone/>
            </a:pPr>
            <a:r>
              <a:rPr lang="de-DE" sz="1400" dirty="0"/>
              <a:t>   </a:t>
            </a:r>
            <a:r>
              <a:rPr lang="de-DE" sz="1400" dirty="0" err="1"/>
              <a:t>int</a:t>
            </a:r>
            <a:r>
              <a:rPr lang="de-DE" sz="1400" dirty="0"/>
              <a:t> </a:t>
            </a:r>
            <a:r>
              <a:rPr lang="de-DE" sz="1400" dirty="0" err="1"/>
              <a:t>tid</a:t>
            </a:r>
            <a:r>
              <a:rPr lang="de-DE" sz="1400" dirty="0"/>
              <a:t>;  </a:t>
            </a:r>
            <a:r>
              <a:rPr lang="de-DE" sz="1400" dirty="0" err="1"/>
              <a:t>tid</a:t>
            </a:r>
            <a:r>
              <a:rPr lang="de-DE" sz="1400" dirty="0"/>
              <a:t> = *((</a:t>
            </a:r>
            <a:r>
              <a:rPr lang="de-DE" sz="1400" dirty="0" err="1"/>
              <a:t>int</a:t>
            </a:r>
            <a:r>
              <a:rPr lang="de-DE" sz="1400" dirty="0"/>
              <a:t> *) </a:t>
            </a:r>
            <a:r>
              <a:rPr lang="de-DE" sz="1400" dirty="0" err="1"/>
              <a:t>argument</a:t>
            </a:r>
            <a:r>
              <a:rPr lang="de-DE" sz="1400" dirty="0"/>
              <a:t>);</a:t>
            </a:r>
          </a:p>
          <a:p>
            <a:pPr>
              <a:buNone/>
            </a:pPr>
            <a:r>
              <a:rPr lang="de-DE" sz="1400" dirty="0"/>
              <a:t>   </a:t>
            </a:r>
            <a:r>
              <a:rPr lang="de-DE" sz="1400" dirty="0" err="1"/>
              <a:t>printf</a:t>
            </a:r>
            <a:r>
              <a:rPr lang="de-DE" sz="1400" dirty="0"/>
              <a:t> ("</a:t>
            </a:r>
            <a:r>
              <a:rPr lang="de-DE" sz="1400" dirty="0" err="1">
                <a:solidFill>
                  <a:srgbClr val="0070C0"/>
                </a:solidFill>
              </a:rPr>
              <a:t>It's</a:t>
            </a:r>
            <a:r>
              <a:rPr lang="de-DE" sz="1400" dirty="0">
                <a:solidFill>
                  <a:srgbClr val="0070C0"/>
                </a:solidFill>
              </a:rPr>
              <a:t> </a:t>
            </a:r>
            <a:r>
              <a:rPr lang="de-DE" sz="1400" dirty="0" err="1">
                <a:solidFill>
                  <a:srgbClr val="0070C0"/>
                </a:solidFill>
              </a:rPr>
              <a:t>me</a:t>
            </a:r>
            <a:r>
              <a:rPr lang="de-DE" sz="1400" dirty="0">
                <a:solidFill>
                  <a:srgbClr val="0070C0"/>
                </a:solidFill>
              </a:rPr>
              <a:t>, </a:t>
            </a:r>
            <a:r>
              <a:rPr lang="de-DE" sz="1400" dirty="0" err="1">
                <a:solidFill>
                  <a:srgbClr val="0070C0"/>
                </a:solidFill>
              </a:rPr>
              <a:t>dude</a:t>
            </a:r>
            <a:r>
              <a:rPr lang="de-DE" sz="1400" dirty="0">
                <a:solidFill>
                  <a:srgbClr val="0070C0"/>
                </a:solidFill>
              </a:rPr>
              <a:t>! I am </a:t>
            </a:r>
            <a:r>
              <a:rPr lang="de-DE" sz="1400" dirty="0" err="1">
                <a:solidFill>
                  <a:srgbClr val="0070C0"/>
                </a:solidFill>
              </a:rPr>
              <a:t>number</a:t>
            </a:r>
            <a:r>
              <a:rPr lang="de-DE" sz="1400" dirty="0"/>
              <a:t> %d!\n", </a:t>
            </a:r>
            <a:r>
              <a:rPr lang="de-DE" sz="1400" dirty="0" err="1"/>
              <a:t>tid</a:t>
            </a:r>
            <a:r>
              <a:rPr lang="de-DE" sz="1400" dirty="0"/>
              <a:t>);</a:t>
            </a:r>
          </a:p>
          <a:p>
            <a:pPr>
              <a:buNone/>
            </a:pPr>
            <a:r>
              <a:rPr lang="de-DE" sz="1400" dirty="0"/>
              <a:t>   </a:t>
            </a:r>
            <a:r>
              <a:rPr lang="de-DE" sz="1400" dirty="0" err="1"/>
              <a:t>return</a:t>
            </a:r>
            <a:r>
              <a:rPr lang="de-DE" sz="1400" dirty="0"/>
              <a:t> NULL;</a:t>
            </a:r>
          </a:p>
          <a:p>
            <a:pPr>
              <a:buNone/>
            </a:pPr>
            <a:r>
              <a:rPr lang="de-DE" sz="1400" dirty="0"/>
              <a:t>}</a:t>
            </a:r>
          </a:p>
          <a:p>
            <a:pPr>
              <a:buNone/>
            </a:pPr>
            <a:r>
              <a:rPr lang="de-DE" sz="1400" dirty="0" err="1"/>
              <a:t>int</a:t>
            </a:r>
            <a:r>
              <a:rPr lang="de-DE" sz="1400" dirty="0"/>
              <a:t> </a:t>
            </a:r>
            <a:r>
              <a:rPr lang="de-DE" sz="1400" dirty="0" err="1"/>
              <a:t>main</a:t>
            </a:r>
            <a:r>
              <a:rPr lang="de-DE" sz="1400" dirty="0"/>
              <a:t> (</a:t>
            </a:r>
            <a:r>
              <a:rPr lang="de-DE" sz="1400" dirty="0" err="1"/>
              <a:t>int</a:t>
            </a:r>
            <a:r>
              <a:rPr lang="de-DE" sz="1400" dirty="0"/>
              <a:t> </a:t>
            </a:r>
            <a:r>
              <a:rPr lang="de-DE" sz="1400" dirty="0" err="1"/>
              <a:t>argc</a:t>
            </a:r>
            <a:r>
              <a:rPr lang="de-DE" sz="1400" dirty="0"/>
              <a:t>, </a:t>
            </a:r>
            <a:r>
              <a:rPr lang="de-DE" sz="1400" dirty="0" err="1"/>
              <a:t>char</a:t>
            </a:r>
            <a:r>
              <a:rPr lang="de-DE" sz="1400" dirty="0"/>
              <a:t> *</a:t>
            </a:r>
            <a:r>
              <a:rPr lang="de-DE" sz="1400" dirty="0" err="1"/>
              <a:t>argv</a:t>
            </a:r>
            <a:r>
              <a:rPr lang="de-DE" sz="1400" dirty="0"/>
              <a:t>[]) {</a:t>
            </a:r>
          </a:p>
          <a:p>
            <a:pPr>
              <a:buNone/>
            </a:pPr>
            <a:r>
              <a:rPr lang="de-DE" sz="1400" dirty="0"/>
              <a:t>   </a:t>
            </a:r>
            <a:r>
              <a:rPr lang="de-DE" sz="1400" b="1" dirty="0" err="1">
                <a:solidFill>
                  <a:srgbClr val="00B0F0"/>
                </a:solidFill>
              </a:rPr>
              <a:t>pthread_t</a:t>
            </a:r>
            <a:r>
              <a:rPr lang="de-DE" sz="1400" dirty="0"/>
              <a:t> </a:t>
            </a:r>
            <a:r>
              <a:rPr lang="de-DE" sz="1400" dirty="0" err="1"/>
              <a:t>threads</a:t>
            </a:r>
            <a:r>
              <a:rPr lang="de-DE" sz="1400" dirty="0"/>
              <a:t> [NUM_THREADS]; </a:t>
            </a:r>
          </a:p>
          <a:p>
            <a:pPr>
              <a:buNone/>
            </a:pPr>
            <a:r>
              <a:rPr lang="de-DE" sz="1400" dirty="0"/>
              <a:t>   </a:t>
            </a:r>
            <a:r>
              <a:rPr lang="de-DE" sz="1400" dirty="0" err="1"/>
              <a:t>int</a:t>
            </a:r>
            <a:r>
              <a:rPr lang="de-DE" sz="1400" dirty="0"/>
              <a:t> </a:t>
            </a:r>
            <a:r>
              <a:rPr lang="de-DE" sz="1400" dirty="0" err="1"/>
              <a:t>thread_args</a:t>
            </a:r>
            <a:r>
              <a:rPr lang="de-DE" sz="1400" dirty="0"/>
              <a:t> [NUM_THREADS]; </a:t>
            </a:r>
            <a:r>
              <a:rPr lang="de-DE" sz="1400" dirty="0" err="1"/>
              <a:t>int</a:t>
            </a:r>
            <a:r>
              <a:rPr lang="de-DE" sz="1400" dirty="0"/>
              <a:t> </a:t>
            </a:r>
            <a:r>
              <a:rPr lang="de-DE" sz="1400" dirty="0" err="1"/>
              <a:t>rc</a:t>
            </a:r>
            <a:r>
              <a:rPr lang="de-DE" sz="1400" dirty="0"/>
              <a:t>, i;</a:t>
            </a:r>
          </a:p>
          <a:p>
            <a:pPr algn="just">
              <a:buNone/>
            </a:pPr>
            <a:r>
              <a:rPr lang="de-DE" sz="1400" dirty="0"/>
              <a:t>   </a:t>
            </a:r>
            <a:r>
              <a:rPr lang="de-DE" sz="1400" dirty="0" err="1"/>
              <a:t>for</a:t>
            </a:r>
            <a:r>
              <a:rPr lang="de-DE" sz="1400" dirty="0"/>
              <a:t> (i=0; i&lt;NUM_THREADS; ++i)  </a:t>
            </a:r>
          </a:p>
          <a:p>
            <a:pPr>
              <a:buNone/>
            </a:pPr>
            <a:r>
              <a:rPr lang="de-DE" sz="1400" dirty="0"/>
              <a:t>      </a:t>
            </a:r>
            <a:r>
              <a:rPr lang="de-DE" sz="1400" dirty="0" err="1">
                <a:solidFill>
                  <a:srgbClr val="0070C0"/>
                </a:solidFill>
              </a:rPr>
              <a:t>thread_args</a:t>
            </a:r>
            <a:r>
              <a:rPr lang="de-DE" sz="1400" dirty="0">
                <a:solidFill>
                  <a:srgbClr val="0070C0"/>
                </a:solidFill>
              </a:rPr>
              <a:t>[i]</a:t>
            </a:r>
            <a:r>
              <a:rPr lang="de-DE" sz="1400" dirty="0"/>
              <a:t> = i;</a:t>
            </a:r>
          </a:p>
          <a:p>
            <a:pPr>
              <a:buNone/>
            </a:pPr>
            <a:r>
              <a:rPr lang="de-DE" sz="1400" dirty="0"/>
              <a:t>      </a:t>
            </a:r>
            <a:r>
              <a:rPr lang="de-DE" sz="1400" dirty="0" err="1"/>
              <a:t>printf</a:t>
            </a:r>
            <a:r>
              <a:rPr lang="de-DE" sz="1400" dirty="0"/>
              <a:t>("In </a:t>
            </a:r>
            <a:r>
              <a:rPr lang="de-DE" sz="1400" dirty="0" err="1"/>
              <a:t>main</a:t>
            </a:r>
            <a:r>
              <a:rPr lang="de-DE" sz="1400" dirty="0"/>
              <a:t>: </a:t>
            </a:r>
            <a:r>
              <a:rPr lang="de-DE" sz="1400" dirty="0" err="1"/>
              <a:t>creating</a:t>
            </a:r>
            <a:r>
              <a:rPr lang="de-DE" sz="1400" dirty="0"/>
              <a:t> </a:t>
            </a:r>
            <a:r>
              <a:rPr lang="de-DE" sz="1400" dirty="0" err="1"/>
              <a:t>thread</a:t>
            </a:r>
            <a:r>
              <a:rPr lang="de-DE" sz="1400" dirty="0"/>
              <a:t> %d\n", i);</a:t>
            </a:r>
          </a:p>
          <a:p>
            <a:pPr>
              <a:buNone/>
            </a:pPr>
            <a:r>
              <a:rPr lang="de-DE" sz="1400" dirty="0"/>
              <a:t>      </a:t>
            </a:r>
            <a:r>
              <a:rPr lang="de-DE" sz="1400" dirty="0" err="1"/>
              <a:t>rc</a:t>
            </a:r>
            <a:r>
              <a:rPr lang="de-DE" sz="1400" dirty="0"/>
              <a:t> = </a:t>
            </a:r>
            <a:r>
              <a:rPr lang="de-DE" sz="1400" b="1" dirty="0" err="1">
                <a:solidFill>
                  <a:srgbClr val="FF0000"/>
                </a:solidFill>
              </a:rPr>
              <a:t>pthread_create</a:t>
            </a:r>
            <a:r>
              <a:rPr lang="de-DE" sz="1400" dirty="0"/>
              <a:t>( &amp;</a:t>
            </a:r>
            <a:r>
              <a:rPr lang="de-DE" sz="1400" dirty="0" err="1"/>
              <a:t>threads</a:t>
            </a:r>
            <a:r>
              <a:rPr lang="de-DE" sz="1400" dirty="0"/>
              <a:t>[i], NULL, </a:t>
            </a:r>
            <a:r>
              <a:rPr lang="de-DE" sz="1400" dirty="0" err="1"/>
              <a:t>TaskCode</a:t>
            </a:r>
            <a:r>
              <a:rPr lang="de-DE" sz="1400" dirty="0"/>
              <a:t>, (</a:t>
            </a:r>
            <a:r>
              <a:rPr lang="de-DE" sz="1400" dirty="0" err="1"/>
              <a:t>void</a:t>
            </a:r>
            <a:r>
              <a:rPr lang="de-DE" sz="1400" dirty="0"/>
              <a:t> *) </a:t>
            </a:r>
            <a:r>
              <a:rPr lang="de-DE" sz="1400" dirty="0">
                <a:solidFill>
                  <a:srgbClr val="0070C0"/>
                </a:solidFill>
              </a:rPr>
              <a:t>&amp;</a:t>
            </a:r>
            <a:r>
              <a:rPr lang="de-DE" sz="1400" dirty="0" err="1">
                <a:solidFill>
                  <a:srgbClr val="0070C0"/>
                </a:solidFill>
              </a:rPr>
              <a:t>thread_args</a:t>
            </a:r>
            <a:r>
              <a:rPr lang="de-DE" sz="1400" dirty="0">
                <a:solidFill>
                  <a:srgbClr val="0070C0"/>
                </a:solidFill>
              </a:rPr>
              <a:t>[i]</a:t>
            </a:r>
            <a:r>
              <a:rPr lang="de-DE" sz="1400" dirty="0"/>
              <a:t>);</a:t>
            </a:r>
          </a:p>
          <a:p>
            <a:pPr>
              <a:buNone/>
            </a:pPr>
            <a:r>
              <a:rPr lang="de-DE" sz="1400" dirty="0"/>
              <a:t>   }</a:t>
            </a:r>
          </a:p>
          <a:p>
            <a:pPr>
              <a:buNone/>
            </a:pPr>
            <a:r>
              <a:rPr lang="de-DE" sz="1400" dirty="0"/>
              <a:t>   /* </a:t>
            </a:r>
            <a:r>
              <a:rPr lang="de-DE" sz="1400" dirty="0" err="1"/>
              <a:t>wait</a:t>
            </a:r>
            <a:r>
              <a:rPr lang="de-DE" sz="1400" dirty="0"/>
              <a:t> </a:t>
            </a:r>
            <a:r>
              <a:rPr lang="de-DE" sz="1400" dirty="0" err="1"/>
              <a:t>for</a:t>
            </a:r>
            <a:r>
              <a:rPr lang="de-DE" sz="1400" dirty="0"/>
              <a:t> all </a:t>
            </a:r>
            <a:r>
              <a:rPr lang="de-DE" sz="1400" dirty="0" err="1"/>
              <a:t>threads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</a:t>
            </a:r>
            <a:r>
              <a:rPr lang="de-DE" sz="1400" dirty="0" err="1"/>
              <a:t>complete</a:t>
            </a:r>
            <a:r>
              <a:rPr lang="de-DE" sz="1400" dirty="0"/>
              <a:t> */</a:t>
            </a:r>
          </a:p>
          <a:p>
            <a:pPr>
              <a:buNone/>
            </a:pPr>
            <a:r>
              <a:rPr lang="de-DE" sz="1400" dirty="0"/>
              <a:t>   </a:t>
            </a:r>
            <a:r>
              <a:rPr lang="de-DE" sz="1400" dirty="0" err="1"/>
              <a:t>for</a:t>
            </a:r>
            <a:r>
              <a:rPr lang="de-DE" sz="1400" dirty="0"/>
              <a:t> (i=0; i&lt;NUM_THREADS; ++i) {</a:t>
            </a:r>
          </a:p>
          <a:p>
            <a:pPr>
              <a:buNone/>
            </a:pPr>
            <a:r>
              <a:rPr lang="de-DE" sz="1400" dirty="0"/>
              <a:t>      </a:t>
            </a:r>
            <a:r>
              <a:rPr lang="de-DE" sz="1400" dirty="0" err="1"/>
              <a:t>rc</a:t>
            </a:r>
            <a:r>
              <a:rPr lang="de-DE" sz="1400" dirty="0"/>
              <a:t> = </a:t>
            </a:r>
            <a:r>
              <a:rPr lang="de-DE" sz="1400" b="1" dirty="0" err="1">
                <a:solidFill>
                  <a:srgbClr val="FF0000"/>
                </a:solidFill>
              </a:rPr>
              <a:t>pthread_join</a:t>
            </a:r>
            <a:r>
              <a:rPr lang="de-DE" sz="1400" dirty="0"/>
              <a:t> (</a:t>
            </a:r>
            <a:r>
              <a:rPr lang="de-DE" sz="1400" dirty="0" err="1"/>
              <a:t>threads</a:t>
            </a:r>
            <a:r>
              <a:rPr lang="de-DE" sz="1400" dirty="0"/>
              <a:t>[i], NULL); }</a:t>
            </a:r>
          </a:p>
          <a:p>
            <a:pPr>
              <a:buNone/>
            </a:pPr>
            <a:r>
              <a:rPr lang="de-DE" sz="1400" dirty="0"/>
              <a:t>   </a:t>
            </a:r>
            <a:r>
              <a:rPr lang="de-DE" sz="1400" dirty="0" err="1"/>
              <a:t>exit</a:t>
            </a:r>
            <a:r>
              <a:rPr lang="de-DE" sz="1400" dirty="0"/>
              <a:t>(EXIT_SUCCESS);</a:t>
            </a:r>
          </a:p>
          <a:p>
            <a:pPr>
              <a:buNone/>
            </a:pPr>
            <a:r>
              <a:rPr lang="de-DE" sz="1200" dirty="0"/>
              <a:t>}</a:t>
            </a:r>
            <a:endParaRPr lang="en-US" sz="120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F7285B0-38DA-46BD-9DA5-C9412A90CAA1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5284682"/>
          </a:xfrm>
        </p:spPr>
        <p:txBody>
          <a:bodyPr>
            <a:normAutofit lnSpcReduction="10000"/>
          </a:bodyPr>
          <a:lstStyle/>
          <a:p>
            <a:r>
              <a:rPr lang="de-DE" dirty="0"/>
              <a:t>Welche Ausgaben sind möglich?</a:t>
            </a:r>
          </a:p>
          <a:p>
            <a:r>
              <a:rPr lang="de-DE" dirty="0"/>
              <a:t>A.</a:t>
            </a:r>
          </a:p>
          <a:p>
            <a:pPr lvl="1"/>
            <a:r>
              <a:rPr lang="de-DE" sz="2000" dirty="0"/>
              <a:t>... </a:t>
            </a:r>
            <a:r>
              <a:rPr lang="de-DE" sz="2000" dirty="0">
                <a:solidFill>
                  <a:srgbClr val="0070C0"/>
                </a:solidFill>
              </a:rPr>
              <a:t>I am </a:t>
            </a:r>
            <a:r>
              <a:rPr lang="de-DE" sz="2000" dirty="0" err="1">
                <a:solidFill>
                  <a:srgbClr val="0070C0"/>
                </a:solidFill>
              </a:rPr>
              <a:t>number</a:t>
            </a:r>
            <a:r>
              <a:rPr lang="de-DE" sz="2000" dirty="0"/>
              <a:t> 1</a:t>
            </a:r>
          </a:p>
          <a:p>
            <a:pPr lvl="1"/>
            <a:r>
              <a:rPr lang="de-DE" sz="2000" dirty="0"/>
              <a:t>… </a:t>
            </a:r>
            <a:r>
              <a:rPr lang="de-DE" sz="2000" dirty="0">
                <a:solidFill>
                  <a:srgbClr val="0070C0"/>
                </a:solidFill>
              </a:rPr>
              <a:t>I am </a:t>
            </a:r>
            <a:r>
              <a:rPr lang="de-DE" sz="2000" dirty="0" err="1">
                <a:solidFill>
                  <a:srgbClr val="0070C0"/>
                </a:solidFill>
              </a:rPr>
              <a:t>number</a:t>
            </a:r>
            <a:r>
              <a:rPr lang="de-DE" sz="2000" dirty="0"/>
              <a:t> 0</a:t>
            </a:r>
          </a:p>
          <a:p>
            <a:pPr lvl="1"/>
            <a:r>
              <a:rPr lang="de-DE" sz="2000" dirty="0"/>
              <a:t>… </a:t>
            </a:r>
            <a:r>
              <a:rPr lang="de-DE" sz="2000" dirty="0">
                <a:solidFill>
                  <a:srgbClr val="0070C0"/>
                </a:solidFill>
              </a:rPr>
              <a:t>I am </a:t>
            </a:r>
            <a:r>
              <a:rPr lang="de-DE" sz="2000" dirty="0" err="1">
                <a:solidFill>
                  <a:srgbClr val="0070C0"/>
                </a:solidFill>
              </a:rPr>
              <a:t>number</a:t>
            </a:r>
            <a:r>
              <a:rPr lang="de-DE" sz="2000" dirty="0"/>
              <a:t> 2</a:t>
            </a:r>
          </a:p>
          <a:p>
            <a:r>
              <a:rPr lang="de-DE" sz="2300" dirty="0"/>
              <a:t>B.</a:t>
            </a:r>
            <a:endParaRPr lang="en-US" sz="2300" dirty="0"/>
          </a:p>
          <a:p>
            <a:pPr lvl="1"/>
            <a:r>
              <a:rPr lang="de-DE" sz="2000" dirty="0"/>
              <a:t>... </a:t>
            </a:r>
            <a:r>
              <a:rPr lang="de-DE" sz="2000" dirty="0">
                <a:solidFill>
                  <a:srgbClr val="0070C0"/>
                </a:solidFill>
              </a:rPr>
              <a:t>I am </a:t>
            </a:r>
            <a:r>
              <a:rPr lang="de-DE" sz="2000" dirty="0" err="1">
                <a:solidFill>
                  <a:srgbClr val="0070C0"/>
                </a:solidFill>
              </a:rPr>
              <a:t>number</a:t>
            </a:r>
            <a:r>
              <a:rPr lang="de-DE" sz="2000" dirty="0"/>
              <a:t> 0</a:t>
            </a:r>
          </a:p>
          <a:p>
            <a:pPr lvl="1"/>
            <a:r>
              <a:rPr lang="de-DE" sz="2000" dirty="0"/>
              <a:t>… </a:t>
            </a:r>
            <a:r>
              <a:rPr lang="de-DE" sz="2000" dirty="0">
                <a:solidFill>
                  <a:srgbClr val="0070C0"/>
                </a:solidFill>
              </a:rPr>
              <a:t>I am </a:t>
            </a:r>
            <a:r>
              <a:rPr lang="de-DE" sz="2000" dirty="0" err="1">
                <a:solidFill>
                  <a:srgbClr val="0070C0"/>
                </a:solidFill>
              </a:rPr>
              <a:t>number</a:t>
            </a:r>
            <a:r>
              <a:rPr lang="de-DE" sz="2000" dirty="0"/>
              <a:t> 1</a:t>
            </a:r>
          </a:p>
          <a:p>
            <a:pPr lvl="1"/>
            <a:r>
              <a:rPr lang="de-DE" sz="2000" dirty="0"/>
              <a:t>… </a:t>
            </a:r>
            <a:r>
              <a:rPr lang="de-DE" sz="2000" dirty="0">
                <a:solidFill>
                  <a:srgbClr val="0070C0"/>
                </a:solidFill>
              </a:rPr>
              <a:t>I am </a:t>
            </a:r>
            <a:r>
              <a:rPr lang="de-DE" sz="2000" dirty="0" err="1">
                <a:solidFill>
                  <a:srgbClr val="0070C0"/>
                </a:solidFill>
              </a:rPr>
              <a:t>number</a:t>
            </a:r>
            <a:r>
              <a:rPr lang="de-DE" sz="2000" dirty="0"/>
              <a:t> 2</a:t>
            </a:r>
            <a:endParaRPr lang="en-US" sz="2000" dirty="0"/>
          </a:p>
          <a:p>
            <a:r>
              <a:rPr lang="de-DE" sz="2300" dirty="0"/>
              <a:t>C.</a:t>
            </a:r>
            <a:endParaRPr lang="en-US" sz="2300" dirty="0"/>
          </a:p>
          <a:p>
            <a:pPr lvl="1"/>
            <a:r>
              <a:rPr lang="de-DE" sz="2000" dirty="0"/>
              <a:t>... </a:t>
            </a:r>
            <a:r>
              <a:rPr lang="de-DE" sz="2000" dirty="0">
                <a:solidFill>
                  <a:srgbClr val="0070C0"/>
                </a:solidFill>
              </a:rPr>
              <a:t>I am </a:t>
            </a:r>
            <a:r>
              <a:rPr lang="de-DE" sz="2000" dirty="0" err="1">
                <a:solidFill>
                  <a:srgbClr val="0070C0"/>
                </a:solidFill>
              </a:rPr>
              <a:t>number</a:t>
            </a:r>
            <a:r>
              <a:rPr lang="de-DE" sz="2000" dirty="0"/>
              <a:t> 0</a:t>
            </a:r>
          </a:p>
          <a:p>
            <a:pPr lvl="1"/>
            <a:r>
              <a:rPr lang="de-DE" sz="2000" dirty="0"/>
              <a:t>… </a:t>
            </a:r>
            <a:r>
              <a:rPr lang="de-DE" sz="2000" dirty="0">
                <a:solidFill>
                  <a:srgbClr val="0070C0"/>
                </a:solidFill>
              </a:rPr>
              <a:t>I am </a:t>
            </a:r>
            <a:r>
              <a:rPr lang="de-DE" sz="2000" dirty="0" err="1">
                <a:solidFill>
                  <a:srgbClr val="0070C0"/>
                </a:solidFill>
              </a:rPr>
              <a:t>number</a:t>
            </a:r>
            <a:r>
              <a:rPr lang="de-DE" sz="2000" dirty="0"/>
              <a:t> 2</a:t>
            </a:r>
          </a:p>
          <a:p>
            <a:pPr lvl="1"/>
            <a:r>
              <a:rPr lang="de-DE" sz="2000" dirty="0"/>
              <a:t>… </a:t>
            </a:r>
            <a:r>
              <a:rPr lang="de-DE" sz="2000" dirty="0">
                <a:solidFill>
                  <a:srgbClr val="0070C0"/>
                </a:solidFill>
              </a:rPr>
              <a:t>I am </a:t>
            </a:r>
            <a:r>
              <a:rPr lang="de-DE" sz="2000" dirty="0" err="1">
                <a:solidFill>
                  <a:srgbClr val="0070C0"/>
                </a:solidFill>
              </a:rPr>
              <a:t>number</a:t>
            </a:r>
            <a:r>
              <a:rPr lang="de-DE" sz="2000" dirty="0"/>
              <a:t> 2</a:t>
            </a:r>
            <a:endParaRPr lang="en-US" sz="2000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776DF95-D5A2-4FE5-8536-5FA803322667}"/>
              </a:ext>
            </a:extLst>
          </p:cNvPr>
          <p:cNvSpPr txBox="1"/>
          <p:nvPr/>
        </p:nvSpPr>
        <p:spPr>
          <a:xfrm>
            <a:off x="2915816" y="0"/>
            <a:ext cx="3168352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highlight>
                  <a:srgbClr val="00FF00"/>
                </a:highlight>
              </a:rPr>
              <a:t>https://bit.ly/ibn_hd</a:t>
            </a:r>
            <a:endParaRPr lang="de-DE" sz="2800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02932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80A044-7691-4E7C-82D0-196D780A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Ausführung von Threads (nur ein CPU-Kern)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F7156F8-B691-44E6-B0CF-2A8C03CFE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28</a:t>
            </a:fld>
            <a:endParaRPr lang="de-DE"/>
          </a:p>
        </p:txBody>
      </p:sp>
      <p:graphicFrame>
        <p:nvGraphicFramePr>
          <p:cNvPr id="5" name="Objekt 4">
            <a:extLst>
              <a:ext uri="{FF2B5EF4-FFF2-40B4-BE49-F238E27FC236}">
                <a16:creationId xmlns:a16="http://schemas.microsoft.com/office/drawing/2014/main" id="{7C0A96A8-9F7E-4BE8-82C8-132477B942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1963" y="1511300"/>
          <a:ext cx="7881937" cy="455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696715" imgH="6181725" progId="Excel.Sheet.12">
                  <p:embed/>
                </p:oleObj>
              </mc:Choice>
              <mc:Fallback>
                <p:oleObj name="Worksheet" r:id="rId2" imgW="10696715" imgH="6181725" progId="Excel.Sheet.12">
                  <p:embed/>
                  <p:pic>
                    <p:nvPicPr>
                      <p:cNvPr id="5" name="Objekt 4">
                        <a:extLst>
                          <a:ext uri="{FF2B5EF4-FFF2-40B4-BE49-F238E27FC236}">
                            <a16:creationId xmlns:a16="http://schemas.microsoft.com/office/drawing/2014/main" id="{7C0A96A8-9F7E-4BE8-82C8-132477B942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61963" y="1511300"/>
                        <a:ext cx="7881937" cy="4554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78733466-0487-4CCD-B22F-21883DD04DEB}"/>
              </a:ext>
            </a:extLst>
          </p:cNvPr>
          <p:cNvSpPr/>
          <p:nvPr/>
        </p:nvSpPr>
        <p:spPr>
          <a:xfrm>
            <a:off x="3779912" y="6065838"/>
            <a:ext cx="4563988" cy="60352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1600"/>
              <a:t>Zeitschritt der Ausführung mit 1 CPU</a:t>
            </a:r>
          </a:p>
        </p:txBody>
      </p:sp>
    </p:spTree>
    <p:extLst>
      <p:ext uri="{BB962C8B-B14F-4D97-AF65-F5344CB8AC3E}">
        <p14:creationId xmlns:p14="http://schemas.microsoft.com/office/powerpoint/2010/main" val="10592755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29</a:t>
            </a:fld>
            <a:endParaRPr lang="de-DE"/>
          </a:p>
        </p:txBody>
      </p:sp>
      <p:pic>
        <p:nvPicPr>
          <p:cNvPr id="2050" name="Picture 2" descr="C:\Artur\Academic\Lehre\10.WS-IBN\VL\figures\vl04\threads-on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08520" y="-64714"/>
            <a:ext cx="11608858" cy="6922714"/>
          </a:xfrm>
          <a:prstGeom prst="rect">
            <a:avLst/>
          </a:prstGeom>
          <a:noFill/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2771800" y="2636912"/>
            <a:ext cx="3600400" cy="1368152"/>
          </a:xfrm>
          <a:solidFill>
            <a:schemeClr val="bg1"/>
          </a:solidFill>
        </p:spPr>
        <p:txBody>
          <a:bodyPr/>
          <a:lstStyle/>
          <a:p>
            <a:r>
              <a:rPr lang="de-DE" dirty="0"/>
              <a:t>Threads: Details</a:t>
            </a:r>
          </a:p>
        </p:txBody>
      </p:sp>
    </p:spTree>
    <p:extLst>
      <p:ext uri="{BB962C8B-B14F-4D97-AF65-F5344CB8AC3E}">
        <p14:creationId xmlns:p14="http://schemas.microsoft.com/office/powerpoint/2010/main" val="3805707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06A685-3BEC-4FE4-95DA-A8DAD6321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Threads und Stacks</a:t>
            </a:r>
            <a:endParaRPr lang="en-US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54A0D36-F322-4E16-ABBF-F089C675A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30</a:t>
            </a:fld>
            <a:endParaRPr lang="en-US" noProof="0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967C9ED-D3F3-40DD-9F42-53DA088A41A0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10196"/>
          </a:xfrm>
        </p:spPr>
        <p:txBody>
          <a:bodyPr/>
          <a:lstStyle/>
          <a:p>
            <a:r>
              <a:rPr lang="de-DE" dirty="0"/>
              <a:t>Wiederholung: Der Stack speichert Frames mit Rücksprungadressen, Parametern und lokalen </a:t>
            </a:r>
            <a:r>
              <a:rPr lang="de-DE" dirty="0" err="1"/>
              <a:t>Var‘s</a:t>
            </a:r>
            <a:r>
              <a:rPr lang="de-DE" dirty="0"/>
              <a:t> </a:t>
            </a:r>
          </a:p>
          <a:p>
            <a:r>
              <a:rPr lang="de-DE" dirty="0"/>
              <a:t>In einem Prozess mit vielen Threads: </a:t>
            </a:r>
            <a:r>
              <a:rPr lang="de-DE" i="1" dirty="0"/>
              <a:t>reicht ein einziger Stack aus? </a:t>
            </a:r>
            <a:r>
              <a:rPr lang="de-DE" dirty="0"/>
              <a:t>(A: Ja,  B: Nein)</a:t>
            </a:r>
          </a:p>
          <a:p>
            <a:r>
              <a:rPr lang="de-DE" dirty="0"/>
              <a:t>Was passiert mit dem Stack, wenn ein Thread immer “tiefere” Funktionen aufruft?</a:t>
            </a:r>
          </a:p>
          <a:p>
            <a:pPr lvl="1"/>
            <a:r>
              <a:rPr lang="de-DE" dirty="0"/>
              <a:t>T1 hat A -&gt; B -&gt; C angerufen, wird nun unterbrochen</a:t>
            </a:r>
          </a:p>
          <a:p>
            <a:pPr lvl="1"/>
            <a:r>
              <a:rPr lang="de-DE" dirty="0"/>
              <a:t>T2 hat A -&gt; B -&gt; D -&gt; F  aufgerufen, nun weiter in F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A5C2359-8A3C-435C-8C93-E171CD19D4A0}"/>
              </a:ext>
            </a:extLst>
          </p:cNvPr>
          <p:cNvSpPr txBox="1"/>
          <p:nvPr/>
        </p:nvSpPr>
        <p:spPr>
          <a:xfrm>
            <a:off x="5975648" y="-3770"/>
            <a:ext cx="3168352" cy="5232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>
                <a:highlight>
                  <a:srgbClr val="00FF00"/>
                </a:highlight>
              </a:rPr>
              <a:t>https://bit.ly/ibn_hd</a:t>
            </a:r>
            <a:endParaRPr lang="de-DE" sz="2800" dirty="0">
              <a:highlight>
                <a:srgbClr val="00FF00"/>
              </a:highlight>
            </a:endParaRPr>
          </a:p>
        </p:txBody>
      </p:sp>
      <p:grpSp>
        <p:nvGrpSpPr>
          <p:cNvPr id="78" name="Gruppieren 77">
            <a:extLst>
              <a:ext uri="{FF2B5EF4-FFF2-40B4-BE49-F238E27FC236}">
                <a16:creationId xmlns:a16="http://schemas.microsoft.com/office/drawing/2014/main" id="{A77DA149-9557-4DE6-A543-B2418D0EF274}"/>
              </a:ext>
            </a:extLst>
          </p:cNvPr>
          <p:cNvGrpSpPr/>
          <p:nvPr/>
        </p:nvGrpSpPr>
        <p:grpSpPr>
          <a:xfrm>
            <a:off x="5286064" y="4746139"/>
            <a:ext cx="2779672" cy="369332"/>
            <a:chOff x="5286064" y="4746139"/>
            <a:chExt cx="2779672" cy="369332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460EE3B0-4206-4979-83F4-9D27C9FB81F6}"/>
                </a:ext>
              </a:extLst>
            </p:cNvPr>
            <p:cNvSpPr/>
            <p:nvPr/>
          </p:nvSpPr>
          <p:spPr>
            <a:xfrm>
              <a:off x="5286064" y="4746139"/>
              <a:ext cx="10910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dirty="0"/>
                <a:t>Stack T1</a:t>
              </a:r>
              <a:endParaRPr lang="en-US" dirty="0"/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D7E06F63-DF4F-4150-8578-8E24BC4E3C47}"/>
                </a:ext>
              </a:extLst>
            </p:cNvPr>
            <p:cNvSpPr/>
            <p:nvPr/>
          </p:nvSpPr>
          <p:spPr>
            <a:xfrm>
              <a:off x="6974732" y="4746139"/>
              <a:ext cx="109100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dirty="0"/>
                <a:t>Stack T2</a:t>
              </a:r>
              <a:endParaRPr lang="en-US" dirty="0"/>
            </a:p>
          </p:txBody>
        </p:sp>
      </p:grp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9F98008-4336-4DA9-927B-B9B430306C3E}"/>
              </a:ext>
            </a:extLst>
          </p:cNvPr>
          <p:cNvGrpSpPr/>
          <p:nvPr/>
        </p:nvGrpSpPr>
        <p:grpSpPr>
          <a:xfrm>
            <a:off x="899592" y="4912972"/>
            <a:ext cx="3995864" cy="396034"/>
            <a:chOff x="899592" y="4912972"/>
            <a:chExt cx="3995864" cy="396034"/>
          </a:xfrm>
        </p:grpSpPr>
        <p:cxnSp>
          <p:nvCxnSpPr>
            <p:cNvPr id="8" name="Gerade Verbindung mit Pfeil 7">
              <a:extLst>
                <a:ext uri="{FF2B5EF4-FFF2-40B4-BE49-F238E27FC236}">
                  <a16:creationId xmlns:a16="http://schemas.microsoft.com/office/drawing/2014/main" id="{55DFBF1E-D58F-4386-B7F5-76C34E716355}"/>
                </a:ext>
              </a:extLst>
            </p:cNvPr>
            <p:cNvCxnSpPr>
              <a:cxnSpLocks/>
            </p:cNvCxnSpPr>
            <p:nvPr/>
          </p:nvCxnSpPr>
          <p:spPr>
            <a:xfrm>
              <a:off x="899592" y="5301208"/>
              <a:ext cx="352839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8C47796-0FC6-426E-97EF-2B7A531D3DA7}"/>
                </a:ext>
              </a:extLst>
            </p:cNvPr>
            <p:cNvSpPr txBox="1"/>
            <p:nvPr/>
          </p:nvSpPr>
          <p:spPr>
            <a:xfrm>
              <a:off x="4159357" y="4912972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Code</a:t>
              </a:r>
              <a:endParaRPr lang="en-US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EB90256C-917C-480C-A2B3-AFC7C01B6E2A}"/>
                </a:ext>
              </a:extLst>
            </p:cNvPr>
            <p:cNvSpPr txBox="1"/>
            <p:nvPr/>
          </p:nvSpPr>
          <p:spPr>
            <a:xfrm>
              <a:off x="1115616" y="493795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A</a:t>
              </a:r>
              <a:endParaRPr lang="en-US" dirty="0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83276B2C-A3B3-4216-B8C0-321E301B8B26}"/>
                </a:ext>
              </a:extLst>
            </p:cNvPr>
            <p:cNvSpPr txBox="1"/>
            <p:nvPr/>
          </p:nvSpPr>
          <p:spPr>
            <a:xfrm>
              <a:off x="1860456" y="4931876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B</a:t>
              </a:r>
              <a:endParaRPr lang="en-US" dirty="0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EA397AF2-F4F1-4BED-B1FD-C65D246521F9}"/>
                </a:ext>
              </a:extLst>
            </p:cNvPr>
            <p:cNvSpPr txBox="1"/>
            <p:nvPr/>
          </p:nvSpPr>
          <p:spPr>
            <a:xfrm>
              <a:off x="2617747" y="493549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D</a:t>
              </a:r>
              <a:endParaRPr lang="en-US" dirty="0"/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5675A09C-F40D-4AEB-9484-747CD7B564C2}"/>
                </a:ext>
              </a:extLst>
            </p:cNvPr>
            <p:cNvSpPr txBox="1"/>
            <p:nvPr/>
          </p:nvSpPr>
          <p:spPr>
            <a:xfrm>
              <a:off x="3202714" y="4939674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F</a:t>
              </a:r>
              <a:endParaRPr lang="en-US" dirty="0"/>
            </a:p>
          </p:txBody>
        </p: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F82BF772-212D-4D63-B24B-A1D14940BC0B}"/>
                </a:ext>
              </a:extLst>
            </p:cNvPr>
            <p:cNvSpPr txBox="1"/>
            <p:nvPr/>
          </p:nvSpPr>
          <p:spPr>
            <a:xfrm>
              <a:off x="3757292" y="4931876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/>
                <a:t>C</a:t>
              </a:r>
              <a:endParaRPr lang="en-US" dirty="0"/>
            </a:p>
          </p:txBody>
        </p:sp>
      </p:grp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E5BC09D5-D7CE-1B17-3D85-36004F2E919A}"/>
              </a:ext>
            </a:extLst>
          </p:cNvPr>
          <p:cNvGrpSpPr/>
          <p:nvPr/>
        </p:nvGrpSpPr>
        <p:grpSpPr>
          <a:xfrm>
            <a:off x="1124806" y="5405178"/>
            <a:ext cx="2990520" cy="271440"/>
            <a:chOff x="1124806" y="5405178"/>
            <a:chExt cx="299052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2" name="Freihand 31">
                  <a:extLst>
                    <a:ext uri="{FF2B5EF4-FFF2-40B4-BE49-F238E27FC236}">
                      <a16:creationId xmlns:a16="http://schemas.microsoft.com/office/drawing/2014/main" id="{3C2D746D-7C2E-4D00-AF37-BA598B09F90A}"/>
                    </a:ext>
                  </a:extLst>
                </p14:cNvPr>
                <p14:cNvContentPartPr/>
                <p14:nvPr/>
              </p14:nvContentPartPr>
              <p14:xfrm>
                <a:off x="1124806" y="5494458"/>
                <a:ext cx="339120" cy="10080"/>
              </p14:xfrm>
            </p:contentPart>
          </mc:Choice>
          <mc:Fallback xmlns="">
            <p:pic>
              <p:nvPicPr>
                <p:cNvPr id="32" name="Freihand 31">
                  <a:extLst>
                    <a:ext uri="{FF2B5EF4-FFF2-40B4-BE49-F238E27FC236}">
                      <a16:creationId xmlns:a16="http://schemas.microsoft.com/office/drawing/2014/main" id="{3C2D746D-7C2E-4D00-AF37-BA598B09F90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06806" y="5477079"/>
                  <a:ext cx="374760" cy="444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1" name="Freihand 40">
                  <a:extLst>
                    <a:ext uri="{FF2B5EF4-FFF2-40B4-BE49-F238E27FC236}">
                      <a16:creationId xmlns:a16="http://schemas.microsoft.com/office/drawing/2014/main" id="{BC9E1010-8350-43B9-A156-67F3B1085A65}"/>
                    </a:ext>
                  </a:extLst>
                </p14:cNvPr>
                <p14:cNvContentPartPr/>
                <p14:nvPr/>
              </p14:nvContentPartPr>
              <p14:xfrm>
                <a:off x="1822846" y="5468538"/>
                <a:ext cx="434520" cy="23040"/>
              </p14:xfrm>
            </p:contentPart>
          </mc:Choice>
          <mc:Fallback xmlns="">
            <p:pic>
              <p:nvPicPr>
                <p:cNvPr id="41" name="Freihand 40">
                  <a:extLst>
                    <a:ext uri="{FF2B5EF4-FFF2-40B4-BE49-F238E27FC236}">
                      <a16:creationId xmlns:a16="http://schemas.microsoft.com/office/drawing/2014/main" id="{BC9E1010-8350-43B9-A156-67F3B1085A6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804846" y="5450538"/>
                  <a:ext cx="4701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2" name="Freihand 41">
                  <a:extLst>
                    <a:ext uri="{FF2B5EF4-FFF2-40B4-BE49-F238E27FC236}">
                      <a16:creationId xmlns:a16="http://schemas.microsoft.com/office/drawing/2014/main" id="{3469EADD-16E2-4946-92B8-C3BBCAF4A2A2}"/>
                    </a:ext>
                  </a:extLst>
                </p14:cNvPr>
                <p14:cNvContentPartPr/>
                <p14:nvPr/>
              </p14:nvContentPartPr>
              <p14:xfrm>
                <a:off x="3805366" y="5437218"/>
                <a:ext cx="309960" cy="16560"/>
              </p14:xfrm>
            </p:contentPart>
          </mc:Choice>
          <mc:Fallback xmlns="">
            <p:pic>
              <p:nvPicPr>
                <p:cNvPr id="42" name="Freihand 41">
                  <a:extLst>
                    <a:ext uri="{FF2B5EF4-FFF2-40B4-BE49-F238E27FC236}">
                      <a16:creationId xmlns:a16="http://schemas.microsoft.com/office/drawing/2014/main" id="{3469EADD-16E2-4946-92B8-C3BBCAF4A2A2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787366" y="5419218"/>
                  <a:ext cx="34560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9">
              <p14:nvContentPartPr>
                <p14:cNvPr id="43" name="Freihand 42">
                  <a:extLst>
                    <a:ext uri="{FF2B5EF4-FFF2-40B4-BE49-F238E27FC236}">
                      <a16:creationId xmlns:a16="http://schemas.microsoft.com/office/drawing/2014/main" id="{2893EBA1-1CF3-49F2-BE73-709557A5A627}"/>
                    </a:ext>
                  </a:extLst>
                </p14:cNvPr>
                <p14:cNvContentPartPr/>
                <p14:nvPr/>
              </p14:nvContentPartPr>
              <p14:xfrm>
                <a:off x="1457086" y="5478258"/>
                <a:ext cx="370080" cy="185400"/>
              </p14:xfrm>
            </p:contentPart>
          </mc:Choice>
          <mc:Fallback xmlns="">
            <p:pic>
              <p:nvPicPr>
                <p:cNvPr id="43" name="Freihand 42">
                  <a:extLst>
                    <a:ext uri="{FF2B5EF4-FFF2-40B4-BE49-F238E27FC236}">
                      <a16:creationId xmlns:a16="http://schemas.microsoft.com/office/drawing/2014/main" id="{2893EBA1-1CF3-49F2-BE73-709557A5A62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48086" y="5469258"/>
                  <a:ext cx="38772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11">
              <p14:nvContentPartPr>
                <p14:cNvPr id="46" name="Freihand 45">
                  <a:extLst>
                    <a:ext uri="{FF2B5EF4-FFF2-40B4-BE49-F238E27FC236}">
                      <a16:creationId xmlns:a16="http://schemas.microsoft.com/office/drawing/2014/main" id="{4E74FF13-49D7-409D-A991-C76794315211}"/>
                    </a:ext>
                  </a:extLst>
                </p14:cNvPr>
                <p14:cNvContentPartPr/>
                <p14:nvPr/>
              </p14:nvContentPartPr>
              <p14:xfrm>
                <a:off x="2251606" y="5405178"/>
                <a:ext cx="1537560" cy="271440"/>
              </p14:xfrm>
            </p:contentPart>
          </mc:Choice>
          <mc:Fallback xmlns="">
            <p:pic>
              <p:nvPicPr>
                <p:cNvPr id="46" name="Freihand 45">
                  <a:extLst>
                    <a:ext uri="{FF2B5EF4-FFF2-40B4-BE49-F238E27FC236}">
                      <a16:creationId xmlns:a16="http://schemas.microsoft.com/office/drawing/2014/main" id="{4E74FF13-49D7-409D-A991-C7679431521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242604" y="5396166"/>
                  <a:ext cx="1555204" cy="28910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5" name="Freihand 54">
                <a:extLst>
                  <a:ext uri="{FF2B5EF4-FFF2-40B4-BE49-F238E27FC236}">
                    <a16:creationId xmlns:a16="http://schemas.microsoft.com/office/drawing/2014/main" id="{D54BDEA3-AE4F-4FD8-A241-78BC4B75BDFF}"/>
                  </a:ext>
                </a:extLst>
              </p14:cNvPr>
              <p14:cNvContentPartPr/>
              <p14:nvPr/>
            </p14:nvContentPartPr>
            <p14:xfrm>
              <a:off x="182686" y="6232818"/>
              <a:ext cx="470160" cy="560520"/>
            </p14:xfrm>
          </p:contentPart>
        </mc:Choice>
        <mc:Fallback xmlns="">
          <p:pic>
            <p:nvPicPr>
              <p:cNvPr id="55" name="Freihand 54">
                <a:extLst>
                  <a:ext uri="{FF2B5EF4-FFF2-40B4-BE49-F238E27FC236}">
                    <a16:creationId xmlns:a16="http://schemas.microsoft.com/office/drawing/2014/main" id="{D54BDEA3-AE4F-4FD8-A241-78BC4B75BDF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6658" y="6196818"/>
                <a:ext cx="541855" cy="63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6252F65-4BD1-D4A2-7A80-D27D018286DF}"/>
              </a:ext>
            </a:extLst>
          </p:cNvPr>
          <p:cNvGrpSpPr/>
          <p:nvPr/>
        </p:nvGrpSpPr>
        <p:grpSpPr>
          <a:xfrm>
            <a:off x="1126966" y="6290418"/>
            <a:ext cx="2457000" cy="189720"/>
            <a:chOff x="1126966" y="6290418"/>
            <a:chExt cx="245700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6" name="Freihand 55">
                  <a:extLst>
                    <a:ext uri="{FF2B5EF4-FFF2-40B4-BE49-F238E27FC236}">
                      <a16:creationId xmlns:a16="http://schemas.microsoft.com/office/drawing/2014/main" id="{BCCFDB07-3D02-477E-9615-AB66BCD099D0}"/>
                    </a:ext>
                  </a:extLst>
                </p14:cNvPr>
                <p14:cNvContentPartPr/>
                <p14:nvPr/>
              </p14:nvContentPartPr>
              <p14:xfrm>
                <a:off x="1126966" y="6354138"/>
                <a:ext cx="313200" cy="10080"/>
              </p14:xfrm>
            </p:contentPart>
          </mc:Choice>
          <mc:Fallback xmlns="">
            <p:pic>
              <p:nvPicPr>
                <p:cNvPr id="56" name="Freihand 55">
                  <a:extLst>
                    <a:ext uri="{FF2B5EF4-FFF2-40B4-BE49-F238E27FC236}">
                      <a16:creationId xmlns:a16="http://schemas.microsoft.com/office/drawing/2014/main" id="{BCCFDB07-3D02-477E-9615-AB66BCD099D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90966" y="6318138"/>
                  <a:ext cx="384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8" name="Freihand 57">
                  <a:extLst>
                    <a:ext uri="{FF2B5EF4-FFF2-40B4-BE49-F238E27FC236}">
                      <a16:creationId xmlns:a16="http://schemas.microsoft.com/office/drawing/2014/main" id="{6FE76B8D-CCD3-4260-AD7A-279488AF2101}"/>
                    </a:ext>
                  </a:extLst>
                </p14:cNvPr>
                <p14:cNvContentPartPr/>
                <p14:nvPr/>
              </p14:nvContentPartPr>
              <p14:xfrm>
                <a:off x="2625646" y="6336858"/>
                <a:ext cx="371520" cy="11160"/>
              </p14:xfrm>
            </p:contentPart>
          </mc:Choice>
          <mc:Fallback xmlns="">
            <p:pic>
              <p:nvPicPr>
                <p:cNvPr id="58" name="Freihand 57">
                  <a:extLst>
                    <a:ext uri="{FF2B5EF4-FFF2-40B4-BE49-F238E27FC236}">
                      <a16:creationId xmlns:a16="http://schemas.microsoft.com/office/drawing/2014/main" id="{6FE76B8D-CCD3-4260-AD7A-279488AF2101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589646" y="6300858"/>
                  <a:ext cx="443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1" name="Freihand 60">
                  <a:extLst>
                    <a:ext uri="{FF2B5EF4-FFF2-40B4-BE49-F238E27FC236}">
                      <a16:creationId xmlns:a16="http://schemas.microsoft.com/office/drawing/2014/main" id="{F16D3269-97B3-448F-A7FF-603C4BEECB1D}"/>
                    </a:ext>
                  </a:extLst>
                </p14:cNvPr>
                <p14:cNvContentPartPr/>
                <p14:nvPr/>
              </p14:nvContentPartPr>
              <p14:xfrm>
                <a:off x="1784326" y="6290418"/>
                <a:ext cx="403560" cy="75960"/>
              </p14:xfrm>
            </p:contentPart>
          </mc:Choice>
          <mc:Fallback xmlns="">
            <p:pic>
              <p:nvPicPr>
                <p:cNvPr id="61" name="Freihand 60">
                  <a:extLst>
                    <a:ext uri="{FF2B5EF4-FFF2-40B4-BE49-F238E27FC236}">
                      <a16:creationId xmlns:a16="http://schemas.microsoft.com/office/drawing/2014/main" id="{F16D3269-97B3-448F-A7FF-603C4BEECB1D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748358" y="6254247"/>
                  <a:ext cx="475136" cy="1479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4" name="Freihand 63">
                  <a:extLst>
                    <a:ext uri="{FF2B5EF4-FFF2-40B4-BE49-F238E27FC236}">
                      <a16:creationId xmlns:a16="http://schemas.microsoft.com/office/drawing/2014/main" id="{50970572-0511-48A6-9D2E-B0717587D495}"/>
                    </a:ext>
                  </a:extLst>
                </p14:cNvPr>
                <p14:cNvContentPartPr/>
                <p14:nvPr/>
              </p14:nvContentPartPr>
              <p14:xfrm>
                <a:off x="3245926" y="6308418"/>
                <a:ext cx="338040" cy="23040"/>
              </p14:xfrm>
            </p:contentPart>
          </mc:Choice>
          <mc:Fallback xmlns="">
            <p:pic>
              <p:nvPicPr>
                <p:cNvPr id="64" name="Freihand 63">
                  <a:extLst>
                    <a:ext uri="{FF2B5EF4-FFF2-40B4-BE49-F238E27FC236}">
                      <a16:creationId xmlns:a16="http://schemas.microsoft.com/office/drawing/2014/main" id="{50970572-0511-48A6-9D2E-B0717587D49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09964" y="6272418"/>
                  <a:ext cx="409604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3">
              <p14:nvContentPartPr>
                <p14:cNvPr id="65" name="Freihand 64">
                  <a:extLst>
                    <a:ext uri="{FF2B5EF4-FFF2-40B4-BE49-F238E27FC236}">
                      <a16:creationId xmlns:a16="http://schemas.microsoft.com/office/drawing/2014/main" id="{AB246DB1-77F3-4E8C-9F28-88693204B7E7}"/>
                    </a:ext>
                  </a:extLst>
                </p14:cNvPr>
                <p14:cNvContentPartPr/>
                <p14:nvPr/>
              </p14:nvContentPartPr>
              <p14:xfrm>
                <a:off x="1462486" y="6348738"/>
                <a:ext cx="330120" cy="131400"/>
              </p14:xfrm>
            </p:contentPart>
          </mc:Choice>
          <mc:Fallback xmlns="">
            <p:pic>
              <p:nvPicPr>
                <p:cNvPr id="65" name="Freihand 64">
                  <a:extLst>
                    <a:ext uri="{FF2B5EF4-FFF2-40B4-BE49-F238E27FC236}">
                      <a16:creationId xmlns:a16="http://schemas.microsoft.com/office/drawing/2014/main" id="{AB246DB1-77F3-4E8C-9F28-88693204B7E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453486" y="6339738"/>
                  <a:ext cx="3477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5">
              <p14:nvContentPartPr>
                <p14:cNvPr id="66" name="Freihand 65">
                  <a:extLst>
                    <a:ext uri="{FF2B5EF4-FFF2-40B4-BE49-F238E27FC236}">
                      <a16:creationId xmlns:a16="http://schemas.microsoft.com/office/drawing/2014/main" id="{EDF6E0DF-361D-4C43-8709-8F4B252891B0}"/>
                    </a:ext>
                  </a:extLst>
                </p14:cNvPr>
                <p14:cNvContentPartPr/>
                <p14:nvPr/>
              </p14:nvContentPartPr>
              <p14:xfrm>
                <a:off x="2196166" y="6337938"/>
                <a:ext cx="379800" cy="138600"/>
              </p14:xfrm>
            </p:contentPart>
          </mc:Choice>
          <mc:Fallback xmlns="">
            <p:pic>
              <p:nvPicPr>
                <p:cNvPr id="66" name="Freihand 65">
                  <a:extLst>
                    <a:ext uri="{FF2B5EF4-FFF2-40B4-BE49-F238E27FC236}">
                      <a16:creationId xmlns:a16="http://schemas.microsoft.com/office/drawing/2014/main" id="{EDF6E0DF-361D-4C43-8709-8F4B252891B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187166" y="6328938"/>
                  <a:ext cx="3974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7">
              <p14:nvContentPartPr>
                <p14:cNvPr id="71" name="Freihand 70">
                  <a:extLst>
                    <a:ext uri="{FF2B5EF4-FFF2-40B4-BE49-F238E27FC236}">
                      <a16:creationId xmlns:a16="http://schemas.microsoft.com/office/drawing/2014/main" id="{F2419C77-EED7-4A0F-A656-EEE568332B99}"/>
                    </a:ext>
                  </a:extLst>
                </p14:cNvPr>
                <p14:cNvContentPartPr/>
                <p14:nvPr/>
              </p14:nvContentPartPr>
              <p14:xfrm>
                <a:off x="2974486" y="6313098"/>
                <a:ext cx="274680" cy="141120"/>
              </p14:xfrm>
            </p:contentPart>
          </mc:Choice>
          <mc:Fallback xmlns="">
            <p:pic>
              <p:nvPicPr>
                <p:cNvPr id="71" name="Freihand 70">
                  <a:extLst>
                    <a:ext uri="{FF2B5EF4-FFF2-40B4-BE49-F238E27FC236}">
                      <a16:creationId xmlns:a16="http://schemas.microsoft.com/office/drawing/2014/main" id="{F2419C77-EED7-4A0F-A656-EEE568332B9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965474" y="6304098"/>
                  <a:ext cx="292343" cy="15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76" name="Freihand 75">
                <a:extLst>
                  <a:ext uri="{FF2B5EF4-FFF2-40B4-BE49-F238E27FC236}">
                    <a16:creationId xmlns:a16="http://schemas.microsoft.com/office/drawing/2014/main" id="{A432A9EA-4DF0-4442-8ACF-49F5FD139861}"/>
                  </a:ext>
                </a:extLst>
              </p14:cNvPr>
              <p14:cNvContentPartPr/>
              <p14:nvPr/>
            </p14:nvContentPartPr>
            <p14:xfrm>
              <a:off x="150646" y="5289978"/>
              <a:ext cx="434160" cy="556200"/>
            </p14:xfrm>
          </p:contentPart>
        </mc:Choice>
        <mc:Fallback xmlns="">
          <p:pic>
            <p:nvPicPr>
              <p:cNvPr id="76" name="Freihand 75">
                <a:extLst>
                  <a:ext uri="{FF2B5EF4-FFF2-40B4-BE49-F238E27FC236}">
                    <a16:creationId xmlns:a16="http://schemas.microsoft.com/office/drawing/2014/main" id="{A432A9EA-4DF0-4442-8ACF-49F5FD13986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32646" y="5271978"/>
                <a:ext cx="469800" cy="59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679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de-DE" dirty="0"/>
            </a:br>
            <a:r>
              <a:rPr lang="de-DE" dirty="0"/>
              <a:t>Probleme beim Umschreiben des Codes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5842992" cy="5400600"/>
          </a:xfrm>
        </p:spPr>
        <p:txBody>
          <a:bodyPr>
            <a:normAutofit fontScale="92500"/>
          </a:bodyPr>
          <a:lstStyle/>
          <a:p>
            <a:r>
              <a:rPr lang="de-DE" dirty="0"/>
              <a:t>Eine Herausforderung ist es, existierende (Singlethread) </a:t>
            </a:r>
            <a:br>
              <a:rPr lang="de-DE" dirty="0"/>
            </a:br>
            <a:r>
              <a:rPr lang="de-DE" dirty="0"/>
              <a:t>Programme in Multithread Programme umzuschreiben</a:t>
            </a:r>
          </a:p>
          <a:p>
            <a:r>
              <a:rPr lang="de-DE" dirty="0"/>
              <a:t>Ein Problem sind z.B. globale Variablen</a:t>
            </a:r>
          </a:p>
          <a:p>
            <a:pPr lvl="1"/>
            <a:r>
              <a:rPr lang="de-DE" dirty="0"/>
              <a:t>Z.B. </a:t>
            </a:r>
            <a:r>
              <a:rPr lang="de-DE" b="1" dirty="0" err="1">
                <a:solidFill>
                  <a:srgbClr val="FF0000"/>
                </a:solidFill>
              </a:rPr>
              <a:t>errno</a:t>
            </a:r>
            <a:r>
              <a:rPr lang="de-DE" dirty="0"/>
              <a:t> in C: speichert den Code des letzten Fehlers</a:t>
            </a:r>
          </a:p>
          <a:p>
            <a:r>
              <a:rPr lang="de-DE" dirty="0"/>
              <a:t>Es kann passieren, dass diese Variable zwischen Dateioperation und dem Auslesen durch Ausführung eines anderen Threads überschrieben wird</a:t>
            </a:r>
          </a:p>
          <a:p>
            <a:r>
              <a:rPr lang="de-DE" dirty="0"/>
              <a:t>Mögliche Lösung: Führe Thread-private „globale“ Variablen ein</a:t>
            </a:r>
            <a:endParaRPr lang="de-DE" b="1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31</a:t>
            </a:fld>
            <a:endParaRPr lang="en-US" noProof="0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6444208" y="1772816"/>
            <a:ext cx="2699792" cy="3384376"/>
            <a:chOff x="754782" y="1917626"/>
            <a:chExt cx="2699792" cy="3384376"/>
          </a:xfrm>
        </p:grpSpPr>
        <p:cxnSp>
          <p:nvCxnSpPr>
            <p:cNvPr id="7" name="Gerade Verbindung mit Pfeil 6"/>
            <p:cNvCxnSpPr/>
            <p:nvPr/>
          </p:nvCxnSpPr>
          <p:spPr>
            <a:xfrm rot="5400000">
              <a:off x="216310" y="2456892"/>
              <a:ext cx="1079326" cy="794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 Verbindung mit Pfeil 7"/>
            <p:cNvCxnSpPr/>
            <p:nvPr/>
          </p:nvCxnSpPr>
          <p:spPr>
            <a:xfrm rot="5400000">
              <a:off x="971600" y="3717032"/>
              <a:ext cx="1440160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 Verbindung mit Pfeil 8"/>
            <p:cNvCxnSpPr/>
            <p:nvPr/>
          </p:nvCxnSpPr>
          <p:spPr>
            <a:xfrm rot="5400000">
              <a:off x="323528" y="4869160"/>
              <a:ext cx="864096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feld 9"/>
            <p:cNvSpPr txBox="1"/>
            <p:nvPr/>
          </p:nvSpPr>
          <p:spPr>
            <a:xfrm>
              <a:off x="826790" y="2061642"/>
              <a:ext cx="219002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/>
                <a:t>Dateioperation</a:t>
              </a:r>
            </a:p>
            <a:p>
              <a:r>
                <a:rPr lang="de-DE" sz="2400" dirty="0"/>
                <a:t>(</a:t>
              </a:r>
              <a:r>
                <a:rPr lang="de-DE" sz="2400" dirty="0" err="1"/>
                <a:t>errno</a:t>
              </a:r>
              <a:r>
                <a:rPr lang="de-DE" sz="2400" dirty="0"/>
                <a:t> gesetzt)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1642860" y="3141762"/>
              <a:ext cx="181171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>
                  <a:solidFill>
                    <a:srgbClr val="0070C0"/>
                  </a:solidFill>
                </a:rPr>
                <a:t>Open</a:t>
              </a:r>
            </a:p>
            <a:p>
              <a:r>
                <a:rPr lang="de-DE" sz="2400" dirty="0">
                  <a:solidFill>
                    <a:srgbClr val="0070C0"/>
                  </a:solidFill>
                </a:rPr>
                <a:t>(</a:t>
              </a:r>
              <a:r>
                <a:rPr lang="de-DE" sz="2400" dirty="0" err="1">
                  <a:solidFill>
                    <a:srgbClr val="0070C0"/>
                  </a:solidFill>
                </a:rPr>
                <a:t>errno</a:t>
              </a:r>
              <a:r>
                <a:rPr lang="de-DE" sz="2400" dirty="0">
                  <a:solidFill>
                    <a:srgbClr val="0070C0"/>
                  </a:solidFill>
                </a:rPr>
                <a:t> über-</a:t>
              </a:r>
            </a:p>
            <a:p>
              <a:r>
                <a:rPr lang="de-DE" sz="2400" dirty="0">
                  <a:solidFill>
                    <a:srgbClr val="0070C0"/>
                  </a:solidFill>
                </a:rPr>
                <a:t>schrieben)</a:t>
              </a:r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755576" y="4437112"/>
              <a:ext cx="176202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2400" dirty="0" err="1"/>
                <a:t>errno</a:t>
              </a:r>
              <a:endParaRPr lang="de-DE" sz="2400" dirty="0"/>
            </a:p>
            <a:p>
              <a:r>
                <a:rPr lang="de-DE" sz="2400" dirty="0"/>
                <a:t>ausgelesen</a:t>
              </a:r>
            </a:p>
          </p:txBody>
        </p:sp>
        <p:cxnSp>
          <p:nvCxnSpPr>
            <p:cNvPr id="13" name="Gerade Verbindung mit Pfeil 12"/>
            <p:cNvCxnSpPr/>
            <p:nvPr/>
          </p:nvCxnSpPr>
          <p:spPr>
            <a:xfrm>
              <a:off x="755576" y="2996952"/>
              <a:ext cx="936104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Gerade Verbindung mit Pfeil 13"/>
            <p:cNvCxnSpPr/>
            <p:nvPr/>
          </p:nvCxnSpPr>
          <p:spPr>
            <a:xfrm rot="10800000">
              <a:off x="755576" y="4437112"/>
              <a:ext cx="936104" cy="1588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headEnd type="none" w="med" len="me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feld 14"/>
          <p:cNvSpPr txBox="1"/>
          <p:nvPr/>
        </p:nvSpPr>
        <p:spPr>
          <a:xfrm>
            <a:off x="5436096" y="1340768"/>
            <a:ext cx="1434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/>
              <a:t>Thread A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7092280" y="1340768"/>
            <a:ext cx="14510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solidFill>
                  <a:srgbClr val="0070C0"/>
                </a:solidFill>
              </a:rPr>
              <a:t>Thread B</a:t>
            </a:r>
          </a:p>
        </p:txBody>
      </p:sp>
    </p:spTree>
    <p:extLst>
      <p:ext uri="{BB962C8B-B14F-4D97-AF65-F5344CB8AC3E}">
        <p14:creationId xmlns:p14="http://schemas.microsoft.com/office/powerpoint/2010/main" val="15527208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Dauer</a:t>
            </a:r>
            <a:r>
              <a:rPr lang="en-US" dirty="0"/>
              <a:t> </a:t>
            </a:r>
            <a:r>
              <a:rPr lang="en-US" dirty="0" err="1"/>
              <a:t>eines</a:t>
            </a:r>
            <a:r>
              <a:rPr lang="en-US" dirty="0"/>
              <a:t> </a:t>
            </a:r>
            <a:r>
              <a:rPr lang="en-US" dirty="0" err="1"/>
              <a:t>Threadwechsels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32</a:t>
            </a:fld>
            <a:endParaRPr lang="en-US" noProof="0" dirty="0"/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3289920"/>
          </a:xfrm>
        </p:spPr>
        <p:txBody>
          <a:bodyPr/>
          <a:lstStyle/>
          <a:p>
            <a:r>
              <a:rPr lang="en-US" sz="2400" dirty="0"/>
              <a:t>Video “User-level threads....... with threads. - Paul Turner - Google”, </a:t>
            </a:r>
            <a:r>
              <a:rPr lang="en-US" sz="2000" dirty="0">
                <a:hlinkClick r:id="rId4"/>
              </a:rPr>
              <a:t>https://www.youtube.com/watch?v=KXuZi9aeGTw</a:t>
            </a:r>
            <a:endParaRPr lang="en-US" sz="2000" dirty="0"/>
          </a:p>
          <a:p>
            <a:pPr lvl="1"/>
            <a:r>
              <a:rPr lang="en-US" dirty="0" err="1"/>
              <a:t>Teil</a:t>
            </a:r>
            <a:r>
              <a:rPr lang="en-US" dirty="0"/>
              <a:t> 1: </a:t>
            </a:r>
            <a:r>
              <a:rPr lang="en-US" dirty="0" err="1"/>
              <a:t>Zeit</a:t>
            </a:r>
            <a:r>
              <a:rPr lang="en-US" dirty="0"/>
              <a:t> des </a:t>
            </a:r>
            <a:r>
              <a:rPr lang="en-US" dirty="0" err="1"/>
              <a:t>Wechsels</a:t>
            </a:r>
            <a:r>
              <a:rPr lang="en-US" dirty="0"/>
              <a:t> (8:40 </a:t>
            </a:r>
            <a:r>
              <a:rPr lang="en-US" dirty="0" err="1"/>
              <a:t>bis</a:t>
            </a:r>
            <a:r>
              <a:rPr lang="en-US" dirty="0"/>
              <a:t> 9:33 </a:t>
            </a:r>
            <a:r>
              <a:rPr lang="en-US" dirty="0" err="1"/>
              <a:t>min:sec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Teil</a:t>
            </a:r>
            <a:r>
              <a:rPr lang="en-US" dirty="0"/>
              <a:t> 2: Was </a:t>
            </a:r>
            <a:r>
              <a:rPr lang="en-US" dirty="0" err="1"/>
              <a:t>sind</a:t>
            </a:r>
            <a:r>
              <a:rPr lang="en-US" dirty="0"/>
              <a:t> die </a:t>
            </a:r>
            <a:r>
              <a:rPr lang="en-US" dirty="0" err="1"/>
              <a:t>Gründe</a:t>
            </a:r>
            <a:r>
              <a:rPr lang="en-US" dirty="0"/>
              <a:t>? (11:00 </a:t>
            </a:r>
            <a:r>
              <a:rPr lang="en-US" dirty="0" err="1"/>
              <a:t>bis</a:t>
            </a:r>
            <a:r>
              <a:rPr lang="en-US" dirty="0"/>
              <a:t> 14:20 </a:t>
            </a:r>
            <a:r>
              <a:rPr lang="en-US" dirty="0" err="1"/>
              <a:t>min:sec</a:t>
            </a:r>
            <a:r>
              <a:rPr lang="en-US" dirty="0"/>
              <a:t>)</a:t>
            </a:r>
          </a:p>
          <a:p>
            <a:r>
              <a:rPr lang="en-US" dirty="0" err="1"/>
              <a:t>Erklärung</a:t>
            </a:r>
            <a:r>
              <a:rPr lang="en-US" dirty="0"/>
              <a:t>: “</a:t>
            </a:r>
            <a:r>
              <a:rPr lang="en-US" dirty="0">
                <a:solidFill>
                  <a:srgbClr val="0070C0"/>
                </a:solidFill>
              </a:rPr>
              <a:t>pin</a:t>
            </a:r>
            <a:r>
              <a:rPr lang="en-US" dirty="0"/>
              <a:t>/</a:t>
            </a:r>
            <a:r>
              <a:rPr lang="en-US" dirty="0">
                <a:solidFill>
                  <a:srgbClr val="0070C0"/>
                </a:solidFill>
              </a:rPr>
              <a:t>pinned</a:t>
            </a:r>
            <a:r>
              <a:rPr lang="en-US" dirty="0"/>
              <a:t>” = thread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Prozess</a:t>
            </a:r>
            <a:r>
              <a:rPr lang="en-US" dirty="0"/>
              <a:t> </a:t>
            </a:r>
            <a:r>
              <a:rPr lang="en-US" dirty="0" err="1"/>
              <a:t>wird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auf </a:t>
            </a:r>
            <a:r>
              <a:rPr lang="en-US" dirty="0" err="1"/>
              <a:t>einer</a:t>
            </a:r>
            <a:r>
              <a:rPr lang="en-US" dirty="0"/>
              <a:t> </a:t>
            </a:r>
            <a:r>
              <a:rPr lang="en-US" dirty="0" err="1"/>
              <a:t>festgelegten</a:t>
            </a:r>
            <a:r>
              <a:rPr lang="en-US" dirty="0"/>
              <a:t> Core/CPU </a:t>
            </a:r>
            <a:r>
              <a:rPr lang="en-US" dirty="0" err="1"/>
              <a:t>ausgeführt</a:t>
            </a:r>
            <a:endParaRPr lang="en-US" dirty="0"/>
          </a:p>
        </p:txBody>
      </p:sp>
      <p:pic>
        <p:nvPicPr>
          <p:cNvPr id="6" name="User-level threads....... with threads. - Paul Turner - Googl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>
                  <p14:trim st="516960" end="1466660"/>
                </p14:media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83568" y="4585320"/>
            <a:ext cx="2999482" cy="1685892"/>
          </a:xfrm>
          <a:prstGeom prst="rect">
            <a:avLst/>
          </a:prstGeom>
        </p:spPr>
      </p:pic>
      <p:pic>
        <p:nvPicPr>
          <p:cNvPr id="8" name="User-level threads....... with threads. - Paul Turner - Google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link="rId2">
                  <p14:trim st="660327" end="1297883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220072" y="4585320"/>
            <a:ext cx="2999482" cy="168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38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video fullScrn="1">
              <p:cMediaNode vol="80000">
                <p:cTn id="13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Threads in Linux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4874096"/>
          </a:xfrm>
        </p:spPr>
        <p:txBody>
          <a:bodyPr>
            <a:normAutofit/>
          </a:bodyPr>
          <a:lstStyle/>
          <a:p>
            <a:r>
              <a:rPr lang="de-DE" dirty="0"/>
              <a:t>In Linux werden Prozesse und Threads als </a:t>
            </a:r>
            <a:r>
              <a:rPr lang="de-DE" b="1" dirty="0">
                <a:solidFill>
                  <a:srgbClr val="FF0000"/>
                </a:solidFill>
              </a:rPr>
              <a:t>Tasks</a:t>
            </a:r>
            <a:r>
              <a:rPr lang="de-DE" dirty="0"/>
              <a:t> bezeichnet</a:t>
            </a:r>
          </a:p>
          <a:p>
            <a:r>
              <a:rPr lang="de-DE" dirty="0"/>
              <a:t>Die erste Implementierung von POSIX Threads hieß </a:t>
            </a:r>
            <a:r>
              <a:rPr lang="de-DE" b="1" dirty="0" err="1">
                <a:solidFill>
                  <a:srgbClr val="FF0000"/>
                </a:solidFill>
              </a:rPr>
              <a:t>LinuxThreads</a:t>
            </a:r>
            <a:endParaRPr lang="de-DE" dirty="0"/>
          </a:p>
          <a:p>
            <a:r>
              <a:rPr lang="de-DE" dirty="0"/>
              <a:t>Die aktuelle (bessere) Implementierung heißt </a:t>
            </a:r>
            <a:r>
              <a:rPr lang="de-DE" b="1" dirty="0">
                <a:solidFill>
                  <a:srgbClr val="FF0000"/>
                </a:solidFill>
              </a:rPr>
              <a:t>Native POSIX Thread Library</a:t>
            </a:r>
            <a:r>
              <a:rPr lang="de-DE" dirty="0"/>
              <a:t> (</a:t>
            </a:r>
            <a:r>
              <a:rPr lang="de-DE" b="1" dirty="0">
                <a:solidFill>
                  <a:srgbClr val="FF0000"/>
                </a:solidFill>
              </a:rPr>
              <a:t>NPTL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Sehr effizient, z.B. erzeugen von 100k Threads in 2 Sekunden – früher in 15 Minuten</a:t>
            </a:r>
          </a:p>
          <a:p>
            <a:pPr lvl="1"/>
            <a:r>
              <a:rPr lang="de-DE" dirty="0"/>
              <a:t>Zuerst in </a:t>
            </a:r>
            <a:r>
              <a:rPr lang="de-DE" dirty="0" err="1"/>
              <a:t>Red</a:t>
            </a:r>
            <a:r>
              <a:rPr lang="de-DE" dirty="0"/>
              <a:t> </a:t>
            </a:r>
            <a:r>
              <a:rPr lang="de-DE" dirty="0" err="1"/>
              <a:t>Had</a:t>
            </a:r>
            <a:r>
              <a:rPr lang="de-DE" dirty="0"/>
              <a:t> Linux 9, in Linux </a:t>
            </a:r>
            <a:r>
              <a:rPr lang="de-DE" dirty="0" err="1"/>
              <a:t>Kernel</a:t>
            </a:r>
            <a:r>
              <a:rPr lang="de-DE" dirty="0"/>
              <a:t> ab Version 2.6</a:t>
            </a:r>
          </a:p>
          <a:p>
            <a:pPr lvl="1">
              <a:buNone/>
            </a:pPr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smtClean="0">
                <a:solidFill>
                  <a:srgbClr val="4F271C"/>
                </a:solidFill>
              </a:rPr>
              <a:pPr/>
              <a:t>33</a:t>
            </a:fld>
            <a:endParaRPr lang="en-US" dirty="0">
              <a:solidFill>
                <a:srgbClr val="4F27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9128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Threads in Linux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4874096"/>
          </a:xfrm>
        </p:spPr>
        <p:txBody>
          <a:bodyPr>
            <a:normAutofit/>
          </a:bodyPr>
          <a:lstStyle/>
          <a:p>
            <a:r>
              <a:rPr lang="de-DE" dirty="0"/>
              <a:t>Falls man nicht die POSIX Threads nutzt, werden in Linux neue Threads mit dem </a:t>
            </a:r>
            <a:r>
              <a:rPr lang="de-DE" dirty="0" err="1"/>
              <a:t>Syscall</a:t>
            </a:r>
            <a:r>
              <a:rPr lang="de-DE" dirty="0"/>
              <a:t> </a:t>
            </a:r>
            <a:r>
              <a:rPr lang="de-DE" b="1" dirty="0" err="1">
                <a:solidFill>
                  <a:srgbClr val="FF0000"/>
                </a:solidFill>
              </a:rPr>
              <a:t>clone</a:t>
            </a:r>
            <a:r>
              <a:rPr lang="de-DE" dirty="0"/>
              <a:t>() erzeugt</a:t>
            </a:r>
          </a:p>
          <a:p>
            <a:r>
              <a:rPr lang="de-DE" dirty="0" err="1"/>
              <a:t>int</a:t>
            </a:r>
            <a:r>
              <a:rPr lang="de-DE" dirty="0"/>
              <a:t> </a:t>
            </a:r>
            <a:r>
              <a:rPr lang="de-DE" b="1" dirty="0" err="1">
                <a:solidFill>
                  <a:srgbClr val="FF0000"/>
                </a:solidFill>
              </a:rPr>
              <a:t>clone</a:t>
            </a:r>
            <a:r>
              <a:rPr lang="de-DE" dirty="0">
                <a:solidFill>
                  <a:srgbClr val="FF0000"/>
                </a:solidFill>
              </a:rPr>
              <a:t> </a:t>
            </a:r>
            <a:r>
              <a:rPr lang="de-DE" dirty="0"/>
              <a:t>(</a:t>
            </a:r>
            <a:r>
              <a:rPr lang="de-DE" dirty="0" err="1"/>
              <a:t>int</a:t>
            </a:r>
            <a:r>
              <a:rPr lang="de-DE" dirty="0"/>
              <a:t> (*</a:t>
            </a:r>
            <a:r>
              <a:rPr lang="de-DE" b="1" dirty="0" err="1">
                <a:solidFill>
                  <a:srgbClr val="0070C0"/>
                </a:solidFill>
              </a:rPr>
              <a:t>fn</a:t>
            </a:r>
            <a:r>
              <a:rPr lang="de-DE" dirty="0"/>
              <a:t>) (), </a:t>
            </a:r>
            <a:r>
              <a:rPr lang="de-DE" dirty="0" err="1"/>
              <a:t>void</a:t>
            </a:r>
            <a:r>
              <a:rPr lang="de-DE" dirty="0"/>
              <a:t> *</a:t>
            </a:r>
            <a:r>
              <a:rPr lang="de-DE" b="1" dirty="0" err="1">
                <a:solidFill>
                  <a:srgbClr val="0070C0"/>
                </a:solidFill>
              </a:rPr>
              <a:t>stack</a:t>
            </a:r>
            <a:r>
              <a:rPr lang="de-DE" dirty="0"/>
              <a:t>, </a:t>
            </a:r>
            <a:r>
              <a:rPr lang="de-DE" dirty="0" err="1"/>
              <a:t>int</a:t>
            </a:r>
            <a:r>
              <a:rPr lang="de-DE" dirty="0"/>
              <a:t> </a:t>
            </a:r>
            <a:r>
              <a:rPr lang="de-DE" b="1" dirty="0" err="1">
                <a:solidFill>
                  <a:srgbClr val="0070C0"/>
                </a:solidFill>
              </a:rPr>
              <a:t>flags</a:t>
            </a:r>
            <a:r>
              <a:rPr lang="de-DE" dirty="0"/>
              <a:t>, </a:t>
            </a:r>
            <a:r>
              <a:rPr lang="de-DE" dirty="0" err="1"/>
              <a:t>void</a:t>
            </a:r>
            <a:r>
              <a:rPr lang="de-DE" dirty="0"/>
              <a:t> *</a:t>
            </a:r>
            <a:r>
              <a:rPr lang="de-DE" b="1" dirty="0">
                <a:solidFill>
                  <a:srgbClr val="0070C0"/>
                </a:solidFill>
              </a:rPr>
              <a:t>arg</a:t>
            </a:r>
            <a:r>
              <a:rPr lang="de-DE" dirty="0"/>
              <a:t>)</a:t>
            </a:r>
          </a:p>
          <a:p>
            <a:pPr lvl="1"/>
            <a:r>
              <a:rPr lang="de-DE" b="1" dirty="0" err="1">
                <a:solidFill>
                  <a:srgbClr val="0070C0"/>
                </a:solidFill>
              </a:rPr>
              <a:t>fn</a:t>
            </a:r>
            <a:r>
              <a:rPr lang="de-DE" dirty="0"/>
              <a:t>: Zeiger auf die Funktion, mit der der Thread startet</a:t>
            </a:r>
          </a:p>
          <a:p>
            <a:pPr lvl="1"/>
            <a:r>
              <a:rPr lang="de-DE" b="1" dirty="0" err="1">
                <a:solidFill>
                  <a:srgbClr val="0070C0"/>
                </a:solidFill>
              </a:rPr>
              <a:t>stack</a:t>
            </a:r>
            <a:r>
              <a:rPr lang="de-DE" dirty="0"/>
              <a:t>: Zeiger auf das </a:t>
            </a:r>
            <a:r>
              <a:rPr lang="de-DE" u="sng" dirty="0"/>
              <a:t>Ende</a:t>
            </a:r>
            <a:r>
              <a:rPr lang="de-DE" dirty="0"/>
              <a:t> eines Speicherbereichs für den Stack des Threads</a:t>
            </a:r>
          </a:p>
          <a:p>
            <a:pPr lvl="1"/>
            <a:r>
              <a:rPr lang="de-DE" b="1" dirty="0" err="1">
                <a:solidFill>
                  <a:srgbClr val="0070C0"/>
                </a:solidFill>
              </a:rPr>
              <a:t>flags</a:t>
            </a:r>
            <a:r>
              <a:rPr lang="de-DE" dirty="0"/>
              <a:t>: legen fest, was von dem Erzeuger vererbt wird</a:t>
            </a:r>
          </a:p>
          <a:p>
            <a:pPr lvl="2"/>
            <a:r>
              <a:rPr lang="de-DE" dirty="0"/>
              <a:t>Dateisysteme; Speicherraum; Signal-Handler; offene Dateien</a:t>
            </a:r>
          </a:p>
          <a:p>
            <a:pPr lvl="2"/>
            <a:r>
              <a:rPr lang="de-DE" dirty="0"/>
              <a:t>Damit kann man das Spektrum von “normalen” Thread bis zu einem neuen Prozess (fast wie bei </a:t>
            </a:r>
            <a:r>
              <a:rPr lang="de-DE" dirty="0" err="1"/>
              <a:t>fork</a:t>
            </a:r>
            <a:r>
              <a:rPr lang="de-DE" dirty="0"/>
              <a:t>()) abdecken</a:t>
            </a:r>
          </a:p>
          <a:p>
            <a:pPr lvl="1"/>
            <a:r>
              <a:rPr lang="de-DE" b="1" dirty="0">
                <a:solidFill>
                  <a:srgbClr val="0070C0"/>
                </a:solidFill>
              </a:rPr>
              <a:t>arg</a:t>
            </a:r>
            <a:r>
              <a:rPr lang="de-DE" dirty="0"/>
              <a:t>: Argumente von </a:t>
            </a:r>
            <a:r>
              <a:rPr lang="de-DE" dirty="0" err="1"/>
              <a:t>fn</a:t>
            </a:r>
            <a:endParaRPr lang="de-DE" dirty="0"/>
          </a:p>
          <a:p>
            <a:endParaRPr lang="de-DE" dirty="0"/>
          </a:p>
          <a:p>
            <a:pPr lvl="1">
              <a:buNone/>
            </a:pPr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smtClean="0">
                <a:solidFill>
                  <a:srgbClr val="4F271C"/>
                </a:solidFill>
              </a:rPr>
              <a:pPr/>
              <a:t>34</a:t>
            </a:fld>
            <a:endParaRPr lang="en-US" dirty="0">
              <a:solidFill>
                <a:srgbClr val="4F27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7739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6AE60A-B69C-4790-82F7-3882EDF23186}" type="slidenum">
              <a:rPr kumimoji="0" lang="de-DE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DE" sz="1400" b="0" i="0" u="none" strike="noStrike" kern="1200" cap="none" spc="0" normalizeH="0" baseline="0" noProof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Ein Multi-Threaded Programm</a:t>
            </a:r>
          </a:p>
        </p:txBody>
      </p:sp>
    </p:spTree>
    <p:extLst>
      <p:ext uri="{BB962C8B-B14F-4D97-AF65-F5344CB8AC3E}">
        <p14:creationId xmlns:p14="http://schemas.microsoft.com/office/powerpoint/2010/main" val="22654529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Zählen von </a:t>
            </a:r>
            <a:r>
              <a:rPr lang="de-DE" dirty="0" err="1"/>
              <a:t>Bitcoins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Sie haben sehr viele </a:t>
            </a:r>
            <a:r>
              <a:rPr lang="de-DE" dirty="0" err="1"/>
              <a:t>Bitcoins</a:t>
            </a:r>
            <a:r>
              <a:rPr lang="de-DE" dirty="0"/>
              <a:t> und wollen diese schnell durchzählen</a:t>
            </a:r>
          </a:p>
          <a:p>
            <a:r>
              <a:rPr lang="de-DE" dirty="0"/>
              <a:t>CPU mit mehreren Cores =&gt; Multi-Threaded-Programm!</a:t>
            </a:r>
          </a:p>
          <a:p>
            <a:r>
              <a:rPr lang="de-DE" dirty="0"/>
              <a:t>Grobe Programmstruktur:</a:t>
            </a:r>
            <a:endParaRPr lang="en-US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467544" y="3645024"/>
            <a:ext cx="8208912" cy="2016224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de-DE" dirty="0"/>
              <a:t>Portfolio in k Teile </a:t>
            </a:r>
            <a:r>
              <a:rPr lang="de-DE" dirty="0">
                <a:solidFill>
                  <a:srgbClr val="0070C0"/>
                </a:solidFill>
              </a:rPr>
              <a:t>P</a:t>
            </a:r>
            <a:r>
              <a:rPr lang="de-DE" baseline="-25000" dirty="0">
                <a:solidFill>
                  <a:srgbClr val="0070C0"/>
                </a:solidFill>
              </a:rPr>
              <a:t>1</a:t>
            </a:r>
            <a:r>
              <a:rPr lang="de-DE" dirty="0"/>
              <a:t>,…, </a:t>
            </a:r>
            <a:r>
              <a:rPr lang="de-DE" dirty="0" err="1">
                <a:solidFill>
                  <a:srgbClr val="0070C0"/>
                </a:solidFill>
              </a:rPr>
              <a:t>P</a:t>
            </a:r>
            <a:r>
              <a:rPr lang="de-DE" baseline="-25000" dirty="0" err="1">
                <a:solidFill>
                  <a:srgbClr val="0070C0"/>
                </a:solidFill>
              </a:rPr>
              <a:t>k</a:t>
            </a:r>
            <a:r>
              <a:rPr lang="de-DE" dirty="0"/>
              <a:t> splitten</a:t>
            </a:r>
          </a:p>
          <a:p>
            <a:r>
              <a:rPr lang="de-DE" dirty="0"/>
              <a:t>Einen globalen Zähler </a:t>
            </a:r>
            <a:r>
              <a:rPr lang="de-DE" dirty="0" err="1">
                <a:solidFill>
                  <a:srgbClr val="0070C0"/>
                </a:solidFill>
              </a:rPr>
              <a:t>counter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/>
              <a:t>= 0 setzen</a:t>
            </a:r>
          </a:p>
          <a:p>
            <a:r>
              <a:rPr lang="de-DE" dirty="0"/>
              <a:t>Thread </a:t>
            </a:r>
            <a:r>
              <a:rPr lang="de-DE" dirty="0">
                <a:solidFill>
                  <a:srgbClr val="0070C0"/>
                </a:solidFill>
              </a:rPr>
              <a:t>i </a:t>
            </a:r>
            <a:r>
              <a:rPr lang="de-DE" dirty="0"/>
              <a:t>bekommt </a:t>
            </a:r>
            <a:r>
              <a:rPr lang="de-DE" dirty="0">
                <a:solidFill>
                  <a:srgbClr val="0070C0"/>
                </a:solidFill>
              </a:rPr>
              <a:t>P</a:t>
            </a:r>
            <a:r>
              <a:rPr lang="de-DE" baseline="-25000" dirty="0">
                <a:solidFill>
                  <a:srgbClr val="0070C0"/>
                </a:solidFill>
              </a:rPr>
              <a:t>i</a:t>
            </a:r>
            <a:r>
              <a:rPr lang="de-DE" dirty="0"/>
              <a:t> und zählt </a:t>
            </a:r>
            <a:r>
              <a:rPr lang="de-DE" dirty="0" err="1">
                <a:solidFill>
                  <a:srgbClr val="0070C0"/>
                </a:solidFill>
              </a:rPr>
              <a:t>counter</a:t>
            </a:r>
            <a:r>
              <a:rPr lang="de-DE" dirty="0">
                <a:solidFill>
                  <a:srgbClr val="0070C0"/>
                </a:solidFill>
              </a:rPr>
              <a:t> </a:t>
            </a:r>
            <a:r>
              <a:rPr lang="de-DE" dirty="0"/>
              <a:t>hoch</a:t>
            </a:r>
          </a:p>
          <a:p>
            <a:r>
              <a:rPr lang="de-DE" dirty="0"/>
              <a:t>Ausgabe: Wert von </a:t>
            </a:r>
            <a:r>
              <a:rPr lang="de-DE" dirty="0" err="1">
                <a:solidFill>
                  <a:srgbClr val="0070C0"/>
                </a:solidFill>
              </a:rPr>
              <a:t>counter</a:t>
            </a:r>
            <a:endParaRPr lang="de-DE" dirty="0">
              <a:solidFill>
                <a:srgbClr val="0070C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39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Zählen von Bitcoins – Codestruktur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Inhaltsplatzhalter 6"/>
          <p:cNvSpPr>
            <a:spLocks noGrp="1"/>
          </p:cNvSpPr>
          <p:nvPr>
            <p:ph sz="quarter" idx="13"/>
          </p:nvPr>
        </p:nvSpPr>
        <p:spPr>
          <a:xfrm>
            <a:off x="360373" y="3098963"/>
            <a:ext cx="8208912" cy="1656184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schreiben</a:t>
            </a:r>
            <a:r>
              <a:rPr lang="en-US" dirty="0"/>
              <a:t> </a:t>
            </a:r>
            <a:r>
              <a:rPr lang="en-US" dirty="0" err="1"/>
              <a:t>einen</a:t>
            </a:r>
            <a:r>
              <a:rPr lang="en-US" dirty="0"/>
              <a:t> </a:t>
            </a:r>
            <a:r>
              <a:rPr lang="en-US" dirty="0" err="1"/>
              <a:t>vereinfachten</a:t>
            </a:r>
            <a:r>
              <a:rPr lang="en-US" dirty="0"/>
              <a:t> </a:t>
            </a:r>
            <a:r>
              <a:rPr lang="en-US" dirty="0" err="1"/>
              <a:t>Prototypen</a:t>
            </a:r>
            <a:r>
              <a:rPr lang="en-US" dirty="0"/>
              <a:t> in </a:t>
            </a:r>
            <a:r>
              <a:rPr lang="en-US" dirty="0" err="1"/>
              <a:t>Nim</a:t>
            </a:r>
            <a:endParaRPr lang="en-US" dirty="0"/>
          </a:p>
          <a:p>
            <a:pPr lvl="1"/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nehmen</a:t>
            </a:r>
            <a:r>
              <a:rPr lang="en-US" dirty="0"/>
              <a:t> an,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jede</a:t>
            </a:r>
            <a:r>
              <a:rPr lang="en-US" dirty="0"/>
              <a:t> </a:t>
            </a:r>
            <a:r>
              <a:rPr lang="en-US" dirty="0" err="1"/>
              <a:t>Teilliste</a:t>
            </a:r>
            <a:r>
              <a:rPr lang="en-US" dirty="0"/>
              <a:t> P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 err="1"/>
              <a:t>gleich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BCs hat, und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Anzahl</a:t>
            </a:r>
            <a:r>
              <a:rPr lang="en-US" dirty="0"/>
              <a:t> |P</a:t>
            </a:r>
            <a:r>
              <a:rPr lang="en-US" baseline="-25000" dirty="0"/>
              <a:t>i</a:t>
            </a:r>
            <a:r>
              <a:rPr lang="en-US" dirty="0"/>
              <a:t>| = </a:t>
            </a:r>
            <a:r>
              <a:rPr lang="en-US" dirty="0" err="1"/>
              <a:t>part_size</a:t>
            </a:r>
            <a:r>
              <a:rPr lang="en-US" dirty="0"/>
              <a:t> </a:t>
            </a:r>
            <a:r>
              <a:rPr lang="en-US" dirty="0" err="1"/>
              <a:t>bekannt</a:t>
            </a:r>
            <a:r>
              <a:rPr lang="en-US" dirty="0"/>
              <a:t> </a:t>
            </a:r>
            <a:r>
              <a:rPr lang="en-US" dirty="0" err="1"/>
              <a:t>ist</a:t>
            </a:r>
            <a:endParaRPr lang="en-US" dirty="0"/>
          </a:p>
          <a:p>
            <a:pPr lvl="1"/>
            <a:r>
              <a:rPr lang="en-US" dirty="0"/>
              <a:t>=&gt; </a:t>
            </a:r>
            <a:r>
              <a:rPr lang="en-US" dirty="0" err="1"/>
              <a:t>Statt</a:t>
            </a:r>
            <a:r>
              <a:rPr lang="en-US" dirty="0"/>
              <a:t> </a:t>
            </a:r>
            <a:r>
              <a:rPr lang="en-US" dirty="0" err="1"/>
              <a:t>über</a:t>
            </a:r>
            <a:r>
              <a:rPr lang="en-US" dirty="0"/>
              <a:t> P</a:t>
            </a:r>
            <a:r>
              <a:rPr lang="en-US" baseline="-25000" dirty="0"/>
              <a:t>i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iterieren</a:t>
            </a:r>
            <a:r>
              <a:rPr lang="en-US" dirty="0"/>
              <a:t>, </a:t>
            </a:r>
            <a:r>
              <a:rPr lang="en-US" dirty="0" err="1"/>
              <a:t>iterieren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von 0 bis part_size-1 </a:t>
            </a:r>
          </a:p>
        </p:txBody>
      </p:sp>
      <p:sp>
        <p:nvSpPr>
          <p:cNvPr id="8" name="Rechteck 7"/>
          <p:cNvSpPr/>
          <p:nvPr/>
        </p:nvSpPr>
        <p:spPr>
          <a:xfrm>
            <a:off x="395536" y="1700808"/>
            <a:ext cx="3240360" cy="108012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while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bitcoin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P</a:t>
            </a:r>
            <a:r>
              <a:rPr kumimoji="0" lang="de-DE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counter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364088" y="1700808"/>
            <a:ext cx="3240360" cy="108012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while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bitcoin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</a:t>
            </a: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</a:t>
            </a:r>
            <a:r>
              <a:rPr kumimoji="0" lang="de-DE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counter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1307031" y="1196752"/>
            <a:ext cx="141737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Thread 1</a:t>
            </a:r>
          </a:p>
        </p:txBody>
      </p:sp>
      <p:sp>
        <p:nvSpPr>
          <p:cNvPr id="11" name="Rechteck 10"/>
          <p:cNvSpPr/>
          <p:nvPr/>
        </p:nvSpPr>
        <p:spPr>
          <a:xfrm>
            <a:off x="6275580" y="1196752"/>
            <a:ext cx="141737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Thread k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4357004" y="197925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hteck 8">
            <a:extLst>
              <a:ext uri="{FF2B5EF4-FFF2-40B4-BE49-F238E27FC236}">
                <a16:creationId xmlns:a16="http://schemas.microsoft.com/office/drawing/2014/main" id="{C6E343C5-E0CF-4EED-940E-69BAD92FCD81}"/>
              </a:ext>
            </a:extLst>
          </p:cNvPr>
          <p:cNvSpPr/>
          <p:nvPr/>
        </p:nvSpPr>
        <p:spPr>
          <a:xfrm>
            <a:off x="603433" y="5121188"/>
            <a:ext cx="3240360" cy="108012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while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bitcoin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P</a:t>
            </a:r>
            <a:r>
              <a:rPr kumimoji="0" lang="de-DE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counter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hteck 8">
            <a:extLst>
              <a:ext uri="{FF2B5EF4-FFF2-40B4-BE49-F238E27FC236}">
                <a16:creationId xmlns:a16="http://schemas.microsoft.com/office/drawing/2014/main" id="{5910ADEC-08C8-45BE-83EE-366B13B70B99}"/>
              </a:ext>
            </a:extLst>
          </p:cNvPr>
          <p:cNvSpPr/>
          <p:nvPr/>
        </p:nvSpPr>
        <p:spPr>
          <a:xfrm>
            <a:off x="5004048" y="5121188"/>
            <a:ext cx="3682752" cy="108012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 in 0 ..&lt; </a:t>
            </a: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part_size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counter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63953589-2A09-4692-9D61-2CCF3DCDA870}"/>
              </a:ext>
            </a:extLst>
          </p:cNvPr>
          <p:cNvSpPr/>
          <p:nvPr/>
        </p:nvSpPr>
        <p:spPr>
          <a:xfrm>
            <a:off x="4249506" y="5445224"/>
            <a:ext cx="431020" cy="432048"/>
          </a:xfrm>
          <a:prstGeom prst="rightArrow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1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4" grpId="0" animBg="1"/>
      <p:bldP spid="15" grpId="0" animBg="1"/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7E373-5544-4173-ADA0-ED974C236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Bitcoin Counting Simulator in </a:t>
            </a:r>
            <a:r>
              <a:rPr lang="en-US" dirty="0" err="1"/>
              <a:t>Nim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EB5403-79AD-478B-8A54-EAB0FFF14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smtClean="0">
                <a:solidFill>
                  <a:srgbClr val="4F271C"/>
                </a:solidFill>
              </a:rPr>
              <a:pPr/>
              <a:t>38</a:t>
            </a:fld>
            <a:endParaRPr lang="en-US" dirty="0">
              <a:solidFill>
                <a:srgbClr val="4F271C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CEC82-0BDE-4C68-B969-298CAB7F94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import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threadpool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,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os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,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strutils</a:t>
            </a: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var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counter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=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007F7F"/>
                </a:solidFill>
                <a:highlight>
                  <a:srgbClr val="FFFFFF"/>
                </a:highlight>
              </a:rPr>
              <a:t>0</a:t>
            </a: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const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total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=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007F7F"/>
                </a:solidFill>
                <a:highlight>
                  <a:srgbClr val="FFFFFF"/>
                </a:highlight>
              </a:rPr>
              <a:t>100_000_000</a:t>
            </a: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proc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count_part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(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size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: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int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)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=</a:t>
            </a: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 </a:t>
            </a:r>
            <a:r>
              <a:rPr lang="en-US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for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idx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in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007F7F"/>
                </a:solidFill>
                <a:highlight>
                  <a:srgbClr val="FFFFFF"/>
                </a:highlight>
              </a:rPr>
              <a:t>0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..&lt;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size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:</a:t>
            </a: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  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counter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.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inc</a:t>
            </a: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if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paramCount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()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&lt;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007F7F"/>
                </a:solidFill>
                <a:highlight>
                  <a:srgbClr val="FFFFFF"/>
                </a:highlight>
              </a:rPr>
              <a:t>1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: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quit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7F007F"/>
                </a:solidFill>
                <a:highlight>
                  <a:srgbClr val="FFFFFF"/>
                </a:highlight>
              </a:rPr>
              <a:t>"Usage: </a:t>
            </a:r>
            <a:r>
              <a:rPr lang="en-US" sz="2000" dirty="0" err="1">
                <a:solidFill>
                  <a:srgbClr val="7F007F"/>
                </a:solidFill>
                <a:highlight>
                  <a:srgbClr val="FFFFFF"/>
                </a:highlight>
              </a:rPr>
              <a:t>bc_count</a:t>
            </a:r>
            <a:r>
              <a:rPr lang="en-US" sz="2000" dirty="0">
                <a:solidFill>
                  <a:srgbClr val="7F007F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7F007F"/>
                </a:solidFill>
                <a:highlight>
                  <a:srgbClr val="FFFFFF"/>
                </a:highlight>
              </a:rPr>
              <a:t>n_parts</a:t>
            </a:r>
            <a:r>
              <a:rPr lang="en-US" sz="2000" dirty="0">
                <a:solidFill>
                  <a:srgbClr val="7F007F"/>
                </a:solidFill>
                <a:highlight>
                  <a:srgbClr val="FFFFFF"/>
                </a:highlight>
              </a:rPr>
              <a:t>"</a:t>
            </a: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fr-FR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var</a:t>
            </a:r>
            <a:r>
              <a:rPr lang="fr-FR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fr-FR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n_parts</a:t>
            </a:r>
            <a:r>
              <a:rPr lang="fr-FR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fr-FR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=</a:t>
            </a:r>
            <a:r>
              <a:rPr lang="fr-FR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fr-FR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parseInt</a:t>
            </a:r>
            <a:r>
              <a:rPr lang="fr-FR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(</a:t>
            </a:r>
            <a:r>
              <a:rPr lang="fr-FR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paramStr</a:t>
            </a:r>
            <a:r>
              <a:rPr lang="fr-FR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(</a:t>
            </a:r>
            <a:r>
              <a:rPr lang="fr-FR" sz="2000" dirty="0">
                <a:solidFill>
                  <a:srgbClr val="007F7F"/>
                </a:solidFill>
                <a:highlight>
                  <a:srgbClr val="FFFFFF"/>
                </a:highlight>
              </a:rPr>
              <a:t>1</a:t>
            </a:r>
            <a:r>
              <a:rPr lang="fr-FR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))</a:t>
            </a:r>
          </a:p>
          <a:p>
            <a:pPr marL="0" indent="0">
              <a:buNone/>
            </a:pPr>
            <a:endParaRPr lang="fr-FR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for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idx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in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007F7F"/>
                </a:solidFill>
                <a:highlight>
                  <a:srgbClr val="FFFFFF"/>
                </a:highlight>
              </a:rPr>
              <a:t>0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..&lt;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n_parts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:</a:t>
            </a: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echo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7F007F"/>
                </a:solidFill>
                <a:highlight>
                  <a:srgbClr val="FFFFFF"/>
                </a:highlight>
              </a:rPr>
              <a:t>"Spawning thread #"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,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idx</a:t>
            </a: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 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spawn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count_part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(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total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b="1" dirty="0">
                <a:solidFill>
                  <a:srgbClr val="00007F"/>
                </a:solidFill>
                <a:highlight>
                  <a:srgbClr val="FFFFFF"/>
                </a:highlight>
              </a:rPr>
              <a:t>div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</a:rPr>
              <a:t>n_parts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)</a:t>
            </a:r>
            <a:endParaRPr lang="en-US" sz="2000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sync()</a:t>
            </a:r>
            <a:endParaRPr lang="en-US" sz="2000" b="1" dirty="0">
              <a:solidFill>
                <a:srgbClr val="808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echo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7F007F"/>
                </a:solidFill>
                <a:highlight>
                  <a:srgbClr val="FFFFFF"/>
                </a:highlight>
              </a:rPr>
              <a:t>"Result of count is: "</a:t>
            </a:r>
            <a:r>
              <a:rPr lang="en-US" sz="2000" b="1" dirty="0">
                <a:solidFill>
                  <a:srgbClr val="000000"/>
                </a:solidFill>
                <a:highlight>
                  <a:srgbClr val="FFFFFF"/>
                </a:highlight>
              </a:rPr>
              <a:t>,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</a:rPr>
              <a:t>counter</a:t>
            </a:r>
            <a:endParaRPr lang="en-US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F2592D-ECE9-4DB3-ACCB-7F41055E426D}"/>
              </a:ext>
            </a:extLst>
          </p:cNvPr>
          <p:cNvSpPr/>
          <p:nvPr/>
        </p:nvSpPr>
        <p:spPr>
          <a:xfrm>
            <a:off x="4236654" y="1205844"/>
            <a:ext cx="4523995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1600" dirty="0"/>
              <a:t>What happens if you compile with:</a:t>
            </a:r>
            <a:br>
              <a:rPr lang="en-US" sz="1600" dirty="0"/>
            </a:br>
            <a:r>
              <a:rPr lang="en-US" sz="1600" dirty="0"/>
              <a:t>    </a:t>
            </a:r>
            <a:r>
              <a:rPr lang="en-US" sz="1600" dirty="0" err="1"/>
              <a:t>nim</a:t>
            </a:r>
            <a:r>
              <a:rPr lang="en-US" sz="1600" dirty="0"/>
              <a:t> c --</a:t>
            </a:r>
            <a:r>
              <a:rPr lang="en-US" sz="1600" dirty="0" err="1"/>
              <a:t>threads:on</a:t>
            </a:r>
            <a:r>
              <a:rPr lang="en-US" sz="1600" dirty="0"/>
              <a:t> </a:t>
            </a:r>
            <a:r>
              <a:rPr lang="en-US" sz="1600" b="1" dirty="0"/>
              <a:t>-</a:t>
            </a:r>
            <a:r>
              <a:rPr lang="en-US" sz="1600" b="1" dirty="0" err="1"/>
              <a:t>d:danger</a:t>
            </a:r>
            <a:r>
              <a:rPr lang="en-US" sz="1600" b="1" dirty="0"/>
              <a:t> </a:t>
            </a:r>
            <a:r>
              <a:rPr lang="en-US" sz="1600" dirty="0" err="1"/>
              <a:t>bc_count.nim</a:t>
            </a:r>
            <a:r>
              <a:rPr lang="en-US" sz="1600" dirty="0"/>
              <a:t> ?</a:t>
            </a:r>
          </a:p>
          <a:p>
            <a:r>
              <a:rPr lang="en-US" sz="1600" dirty="0"/>
              <a:t>Why?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E90B61E-D6E3-4E78-8324-2BA9CF48862F}"/>
              </a:ext>
            </a:extLst>
          </p:cNvPr>
          <p:cNvSpPr/>
          <p:nvPr/>
        </p:nvSpPr>
        <p:spPr>
          <a:xfrm>
            <a:off x="1559755" y="6444806"/>
            <a:ext cx="6024489" cy="3077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/>
              <a:t>Full code: </a:t>
            </a:r>
            <a:r>
              <a:rPr lang="en-US" sz="1400" dirty="0" err="1"/>
              <a:t>bc_count.nim</a:t>
            </a:r>
            <a:r>
              <a:rPr lang="en-US" sz="1400" dirty="0"/>
              <a:t>, directory </a:t>
            </a:r>
            <a:r>
              <a:rPr lang="en-US" sz="1400" dirty="0" err="1"/>
              <a:t>heiBOX-dir</a:t>
            </a:r>
            <a:r>
              <a:rPr lang="en-US" sz="1400" dirty="0"/>
              <a:t> “Code-PUBLIC”  </a:t>
            </a:r>
          </a:p>
        </p:txBody>
      </p:sp>
    </p:spTree>
    <p:extLst>
      <p:ext uri="{BB962C8B-B14F-4D97-AF65-F5344CB8AC3E}">
        <p14:creationId xmlns:p14="http://schemas.microsoft.com/office/powerpoint/2010/main" val="30475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Zählen von Bitcoins – Was geht hier vor?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Inhaltsplatzhalter 6"/>
          <p:cNvSpPr>
            <a:spLocks noGrp="1"/>
          </p:cNvSpPr>
          <p:nvPr>
            <p:ph sz="quarter" idx="13"/>
          </p:nvPr>
        </p:nvSpPr>
        <p:spPr>
          <a:xfrm>
            <a:off x="395536" y="3068960"/>
            <a:ext cx="8208912" cy="3361928"/>
          </a:xfrm>
        </p:spPr>
        <p:txBody>
          <a:bodyPr>
            <a:normAutofit/>
          </a:bodyPr>
          <a:lstStyle/>
          <a:p>
            <a:r>
              <a:rPr lang="de-DE" dirty="0"/>
              <a:t>Wie wird eigentlich </a:t>
            </a:r>
            <a:r>
              <a:rPr lang="de-DE" dirty="0" err="1">
                <a:solidFill>
                  <a:srgbClr val="0070C0"/>
                </a:solidFill>
              </a:rPr>
              <a:t>counter</a:t>
            </a:r>
            <a:r>
              <a:rPr lang="de-DE" dirty="0">
                <a:solidFill>
                  <a:srgbClr val="0070C0"/>
                </a:solidFill>
              </a:rPr>
              <a:t>++ </a:t>
            </a:r>
            <a:r>
              <a:rPr lang="de-DE" dirty="0"/>
              <a:t>umgesetzt?</a:t>
            </a:r>
          </a:p>
          <a:p>
            <a:r>
              <a:rPr lang="de-DE" dirty="0"/>
              <a:t>Assembler-Befehle (schematisch):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Kopiere Inhalt des Speichers mit Adresse "</a:t>
            </a:r>
            <a:r>
              <a:rPr lang="de-DE" dirty="0" err="1">
                <a:solidFill>
                  <a:srgbClr val="0070C0"/>
                </a:solidFill>
              </a:rPr>
              <a:t>counter</a:t>
            </a:r>
            <a:r>
              <a:rPr lang="de-DE" dirty="0"/>
              <a:t>" in CPU-Register </a:t>
            </a:r>
            <a:r>
              <a:rPr lang="de-DE" dirty="0">
                <a:solidFill>
                  <a:srgbClr val="0070C0"/>
                </a:solidFill>
              </a:rPr>
              <a:t>EAX</a:t>
            </a:r>
            <a:r>
              <a:rPr lang="de-DE" dirty="0"/>
              <a:t> (oder ein anderes Register)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Erhöhe den Inhalt von </a:t>
            </a:r>
            <a:r>
              <a:rPr lang="de-DE" dirty="0">
                <a:solidFill>
                  <a:srgbClr val="0070C0"/>
                </a:solidFill>
              </a:rPr>
              <a:t>EAX </a:t>
            </a:r>
            <a:r>
              <a:rPr lang="de-DE" dirty="0"/>
              <a:t>um 1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Kopiere Inhalt des Registers </a:t>
            </a:r>
            <a:r>
              <a:rPr lang="de-DE" dirty="0">
                <a:solidFill>
                  <a:srgbClr val="0070C0"/>
                </a:solidFill>
              </a:rPr>
              <a:t>EAX</a:t>
            </a:r>
            <a:r>
              <a:rPr lang="de-DE" dirty="0"/>
              <a:t> in den Speicher mit Adresse "</a:t>
            </a:r>
            <a:r>
              <a:rPr lang="de-DE" dirty="0" err="1">
                <a:solidFill>
                  <a:srgbClr val="0070C0"/>
                </a:solidFill>
              </a:rPr>
              <a:t>counter</a:t>
            </a:r>
            <a:r>
              <a:rPr lang="de-DE" dirty="0"/>
              <a:t>"</a:t>
            </a:r>
            <a:endParaRPr lang="en-US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9881DDA-7C2A-4CC7-A0F4-2EF08F4162C6}"/>
              </a:ext>
            </a:extLst>
          </p:cNvPr>
          <p:cNvSpPr/>
          <p:nvPr/>
        </p:nvSpPr>
        <p:spPr>
          <a:xfrm>
            <a:off x="395536" y="1700808"/>
            <a:ext cx="3240360" cy="108012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while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bitcoin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P</a:t>
            </a:r>
            <a:r>
              <a:rPr kumimoji="0" lang="de-DE" sz="28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counter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D5DD5FF-EC8E-465E-B234-2DF0C505B756}"/>
              </a:ext>
            </a:extLst>
          </p:cNvPr>
          <p:cNvSpPr/>
          <p:nvPr/>
        </p:nvSpPr>
        <p:spPr>
          <a:xfrm>
            <a:off x="5364088" y="1700808"/>
            <a:ext cx="3240360" cy="1080120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while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bitcoin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in </a:t>
            </a: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</a:t>
            </a:r>
            <a:r>
              <a:rPr kumimoji="0" lang="de-DE" sz="2800" b="0" i="0" u="none" strike="noStrike" kern="1200" cap="none" spc="0" normalizeH="0" baseline="-250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counter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87393C0-FDB4-4618-ACE2-4D6F3E61DAAE}"/>
              </a:ext>
            </a:extLst>
          </p:cNvPr>
          <p:cNvSpPr/>
          <p:nvPr/>
        </p:nvSpPr>
        <p:spPr>
          <a:xfrm>
            <a:off x="1307031" y="1196752"/>
            <a:ext cx="141737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Thread 1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2F904BD-FF09-463C-86E6-E06DDA3D5CC1}"/>
              </a:ext>
            </a:extLst>
          </p:cNvPr>
          <p:cNvSpPr/>
          <p:nvPr/>
        </p:nvSpPr>
        <p:spPr>
          <a:xfrm>
            <a:off x="6275580" y="1196752"/>
            <a:ext cx="141737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Thread k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5553EB8-ED66-4E27-87D2-7E5CE397385D}"/>
              </a:ext>
            </a:extLst>
          </p:cNvPr>
          <p:cNvSpPr txBox="1"/>
          <p:nvPr/>
        </p:nvSpPr>
        <p:spPr>
          <a:xfrm>
            <a:off x="4357004" y="197925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090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Zählen von Bitcoins – Was geht hier vor?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Inhaltsplatzhalter 6"/>
          <p:cNvSpPr>
            <a:spLocks noGrp="1"/>
          </p:cNvSpPr>
          <p:nvPr>
            <p:ph sz="quarter" idx="13"/>
          </p:nvPr>
        </p:nvSpPr>
        <p:spPr>
          <a:xfrm>
            <a:off x="395536" y="3068960"/>
            <a:ext cx="8208912" cy="3361928"/>
          </a:xfrm>
        </p:spPr>
        <p:txBody>
          <a:bodyPr>
            <a:normAutofit/>
          </a:bodyPr>
          <a:lstStyle/>
          <a:p>
            <a:r>
              <a:rPr lang="de-DE" dirty="0"/>
              <a:t>Wie wird eigentlich </a:t>
            </a:r>
            <a:r>
              <a:rPr lang="de-DE" dirty="0" err="1">
                <a:solidFill>
                  <a:srgbClr val="0070C0"/>
                </a:solidFill>
              </a:rPr>
              <a:t>counter</a:t>
            </a:r>
            <a:r>
              <a:rPr lang="de-DE" dirty="0">
                <a:solidFill>
                  <a:srgbClr val="0070C0"/>
                </a:solidFill>
              </a:rPr>
              <a:t>++ </a:t>
            </a:r>
            <a:r>
              <a:rPr lang="de-DE" dirty="0"/>
              <a:t>umgesetzt?</a:t>
            </a:r>
          </a:p>
          <a:p>
            <a:r>
              <a:rPr lang="de-DE" dirty="0"/>
              <a:t>Assembler-Befehle (schematisch):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Kopiere Inhalt des Speichers mit Adresse "</a:t>
            </a:r>
            <a:r>
              <a:rPr lang="de-DE" dirty="0" err="1">
                <a:solidFill>
                  <a:srgbClr val="0070C0"/>
                </a:solidFill>
              </a:rPr>
              <a:t>counter</a:t>
            </a:r>
            <a:r>
              <a:rPr lang="de-DE" dirty="0"/>
              <a:t>" in CPU-Register </a:t>
            </a:r>
            <a:r>
              <a:rPr lang="de-DE" dirty="0">
                <a:solidFill>
                  <a:srgbClr val="0070C0"/>
                </a:solidFill>
              </a:rPr>
              <a:t>EAX</a:t>
            </a:r>
            <a:r>
              <a:rPr lang="de-DE" dirty="0"/>
              <a:t> (oder ein anderes Register)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Erhöhe den Inhalt von </a:t>
            </a:r>
            <a:r>
              <a:rPr lang="de-DE" dirty="0">
                <a:solidFill>
                  <a:srgbClr val="0070C0"/>
                </a:solidFill>
              </a:rPr>
              <a:t>EAX </a:t>
            </a:r>
            <a:r>
              <a:rPr lang="de-DE" dirty="0"/>
              <a:t>um 1</a:t>
            </a:r>
          </a:p>
          <a:p>
            <a:pPr marL="457200" indent="-457200">
              <a:buFont typeface="+mj-lt"/>
              <a:buAutoNum type="arabicPeriod"/>
            </a:pPr>
            <a:r>
              <a:rPr lang="de-DE" dirty="0"/>
              <a:t>Kopiere Inhalt des Registers </a:t>
            </a:r>
            <a:r>
              <a:rPr lang="de-DE" dirty="0">
                <a:solidFill>
                  <a:srgbClr val="0070C0"/>
                </a:solidFill>
              </a:rPr>
              <a:t>EAX</a:t>
            </a:r>
            <a:r>
              <a:rPr lang="de-DE" dirty="0"/>
              <a:t> in den Speicher mit Adresse "</a:t>
            </a:r>
            <a:r>
              <a:rPr lang="de-DE" dirty="0" err="1">
                <a:solidFill>
                  <a:srgbClr val="0070C0"/>
                </a:solidFill>
              </a:rPr>
              <a:t>counter</a:t>
            </a:r>
            <a:r>
              <a:rPr lang="de-DE" dirty="0"/>
              <a:t>"</a:t>
            </a:r>
            <a:endParaRPr lang="en-US" dirty="0"/>
          </a:p>
        </p:txBody>
      </p:sp>
      <p:sp>
        <p:nvSpPr>
          <p:cNvPr id="10" name="Rechteck 9"/>
          <p:cNvSpPr/>
          <p:nvPr/>
        </p:nvSpPr>
        <p:spPr>
          <a:xfrm>
            <a:off x="1307031" y="1196752"/>
            <a:ext cx="141737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Thread 1</a:t>
            </a:r>
          </a:p>
        </p:txBody>
      </p:sp>
      <p:sp>
        <p:nvSpPr>
          <p:cNvPr id="11" name="Rechteck 10"/>
          <p:cNvSpPr/>
          <p:nvPr/>
        </p:nvSpPr>
        <p:spPr>
          <a:xfrm>
            <a:off x="6275580" y="1196752"/>
            <a:ext cx="141737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Thread k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4357004" y="197925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…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Rechteck 8">
            <a:extLst>
              <a:ext uri="{FF2B5EF4-FFF2-40B4-BE49-F238E27FC236}">
                <a16:creationId xmlns:a16="http://schemas.microsoft.com/office/drawing/2014/main" id="{E6177813-5C79-417F-9350-A094762332A1}"/>
              </a:ext>
            </a:extLst>
          </p:cNvPr>
          <p:cNvSpPr/>
          <p:nvPr/>
        </p:nvSpPr>
        <p:spPr>
          <a:xfrm>
            <a:off x="546065" y="1716828"/>
            <a:ext cx="3682752" cy="108012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 in 0 ..&lt; </a:t>
            </a: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part_size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counter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hteck 8">
            <a:extLst>
              <a:ext uri="{FF2B5EF4-FFF2-40B4-BE49-F238E27FC236}">
                <a16:creationId xmlns:a16="http://schemas.microsoft.com/office/drawing/2014/main" id="{CF95E1B3-97C3-468B-870A-EB6AC4FE67DC}"/>
              </a:ext>
            </a:extLst>
          </p:cNvPr>
          <p:cNvSpPr/>
          <p:nvPr/>
        </p:nvSpPr>
        <p:spPr>
          <a:xfrm>
            <a:off x="5028930" y="1684839"/>
            <a:ext cx="3682752" cy="1080120"/>
          </a:xfrm>
          <a:prstGeom prst="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i in 0 ..&lt; </a:t>
            </a: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part_size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counter</a:t>
            </a:r>
            <a:r>
              <a:rPr kumimoji="0" lang="de-DE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++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4858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Assembler-Befehle für </a:t>
            </a:r>
            <a:r>
              <a:rPr lang="de-DE" dirty="0" err="1">
                <a:solidFill>
                  <a:srgbClr val="0070C0"/>
                </a:solidFill>
              </a:rPr>
              <a:t>counter</a:t>
            </a:r>
            <a:r>
              <a:rPr lang="de-DE" dirty="0">
                <a:solidFill>
                  <a:srgbClr val="0070C0"/>
                </a:solidFill>
              </a:rPr>
              <a:t>++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sz="quarter" idx="1"/>
          </p:nvPr>
        </p:nvGraphicFramePr>
        <p:xfrm>
          <a:off x="683568" y="1916832"/>
          <a:ext cx="244827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Adresse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Inhalt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"</a:t>
                      </a:r>
                      <a:r>
                        <a:rPr lang="de-DE" dirty="0" err="1"/>
                        <a:t>counter</a:t>
                      </a:r>
                      <a:r>
                        <a:rPr lang="de-DE" dirty="0"/>
                        <a:t>"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4" descr="C:\Artur\Academic\Lehre\10.WS-IBN\VL\figures\vl02\Microprossor - no labels.pn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" b="16692"/>
          <a:stretch/>
        </p:blipFill>
        <p:spPr bwMode="auto">
          <a:xfrm>
            <a:off x="4413583" y="1916832"/>
            <a:ext cx="4357049" cy="4204997"/>
          </a:xfrm>
          <a:prstGeom prst="rect">
            <a:avLst/>
          </a:prstGeom>
          <a:noFill/>
        </p:spPr>
      </p:pic>
      <p:graphicFrame>
        <p:nvGraphicFramePr>
          <p:cNvPr id="7" name="Inhaltsplatzhalter 4"/>
          <p:cNvGraphicFramePr>
            <a:graphicFrameLocks noGrp="1"/>
          </p:cNvGraphicFramePr>
          <p:nvPr>
            <p:ph sz="quarter" idx="1"/>
          </p:nvPr>
        </p:nvGraphicFramePr>
        <p:xfrm>
          <a:off x="755576" y="4604054"/>
          <a:ext cx="237626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1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Adresse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Inhalt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"</a:t>
                      </a:r>
                      <a:r>
                        <a:rPr lang="de-DE" dirty="0" err="1"/>
                        <a:t>counter</a:t>
                      </a:r>
                      <a:r>
                        <a:rPr lang="de-DE" dirty="0"/>
                        <a:t>"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feld 7"/>
          <p:cNvSpPr txBox="1"/>
          <p:nvPr/>
        </p:nvSpPr>
        <p:spPr>
          <a:xfrm>
            <a:off x="1475656" y="1340768"/>
            <a:ext cx="869149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RAM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6157532" y="1342593"/>
            <a:ext cx="835485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CPU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" name="Gerade Verbindung mit Pfeil 10"/>
          <p:cNvCxnSpPr/>
          <p:nvPr/>
        </p:nvCxnSpPr>
        <p:spPr>
          <a:xfrm>
            <a:off x="2463871" y="2924944"/>
            <a:ext cx="2828209" cy="129614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/>
          <p:cNvCxnSpPr/>
          <p:nvPr/>
        </p:nvCxnSpPr>
        <p:spPr>
          <a:xfrm flipH="1">
            <a:off x="2463871" y="4653136"/>
            <a:ext cx="2756202" cy="864096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feld 16"/>
          <p:cNvSpPr txBox="1"/>
          <p:nvPr/>
        </p:nvSpPr>
        <p:spPr>
          <a:xfrm>
            <a:off x="862611" y="3427086"/>
            <a:ext cx="355097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1. MOV EAX, M[</a:t>
            </a: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counter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extfeld 17"/>
          <p:cNvSpPr txBox="1"/>
          <p:nvPr/>
        </p:nvSpPr>
        <p:spPr>
          <a:xfrm>
            <a:off x="5292080" y="6215338"/>
            <a:ext cx="2201885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2. ADD EAX, 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1" name="Gerade Verbindung mit Pfeil 20"/>
          <p:cNvCxnSpPr>
            <a:stCxn id="18" idx="0"/>
          </p:cNvCxnSpPr>
          <p:nvPr/>
        </p:nvCxnSpPr>
        <p:spPr>
          <a:xfrm flipH="1" flipV="1">
            <a:off x="6157534" y="4725144"/>
            <a:ext cx="235489" cy="149019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feld 22"/>
          <p:cNvSpPr txBox="1"/>
          <p:nvPr/>
        </p:nvSpPr>
        <p:spPr>
          <a:xfrm>
            <a:off x="862611" y="5660164"/>
            <a:ext cx="3550972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3. MOV M[</a:t>
            </a:r>
            <a:r>
              <a:rPr kumimoji="0" lang="de-DE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counter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], EAX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343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Unterbrechungen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Interrupt kann </a:t>
            </a:r>
            <a:r>
              <a:rPr lang="de-DE" u="sng" dirty="0"/>
              <a:t>zwischen</a:t>
            </a:r>
            <a:r>
              <a:rPr lang="de-DE" dirty="0"/>
              <a:t> diesen Befehlen stattfinden </a:t>
            </a:r>
          </a:p>
          <a:p>
            <a:pPr lvl="1"/>
            <a:r>
              <a:rPr lang="de-DE" dirty="0"/>
              <a:t>Bei CISC-Prozessoren, sogar </a:t>
            </a:r>
            <a:r>
              <a:rPr lang="de-DE" u="sng" dirty="0"/>
              <a:t>während</a:t>
            </a:r>
            <a:r>
              <a:rPr lang="de-DE" dirty="0"/>
              <a:t> der Ausführung</a:t>
            </a:r>
          </a:p>
          <a:p>
            <a:r>
              <a:rPr lang="de-DE" dirty="0"/>
              <a:t>Interrupt kann zu </a:t>
            </a:r>
            <a:r>
              <a:rPr lang="de-DE" dirty="0">
                <a:solidFill>
                  <a:srgbClr val="0070C0"/>
                </a:solidFill>
              </a:rPr>
              <a:t>Thread-Wechsel</a:t>
            </a:r>
            <a:r>
              <a:rPr lang="de-DE" dirty="0"/>
              <a:t> führen</a:t>
            </a:r>
          </a:p>
          <a:p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/>
        </p:nvGraphicFramePr>
        <p:xfrm>
          <a:off x="611560" y="3212976"/>
          <a:ext cx="5832648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Ausführung 1      (</a:t>
                      </a:r>
                      <a:r>
                        <a:rPr lang="de-DE" sz="2000" dirty="0" err="1"/>
                        <a:t>counter</a:t>
                      </a:r>
                      <a:r>
                        <a:rPr lang="de-DE" sz="2000" dirty="0"/>
                        <a:t> = 5)</a:t>
                      </a:r>
                      <a:endParaRPr 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tx1"/>
                          </a:solidFill>
                        </a:rPr>
                        <a:t>Thread A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tx1"/>
                          </a:solidFill>
                        </a:rPr>
                        <a:t>Thread B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MOV EAX, M[counter]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ADD EAX,</a:t>
                      </a:r>
                      <a:r>
                        <a:rPr lang="de-DE" sz="2000" baseline="0" dirty="0"/>
                        <a:t> 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MOV M[counter],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EAX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MOV EAX, M[counter]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/>
                        <a:t>ADD EAX,</a:t>
                      </a:r>
                      <a:r>
                        <a:rPr lang="de-DE" sz="2000" baseline="0" dirty="0"/>
                        <a:t> 1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MOV M[counter], EAX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feld 6"/>
          <p:cNvSpPr txBox="1"/>
          <p:nvPr/>
        </p:nvSpPr>
        <p:spPr>
          <a:xfrm>
            <a:off x="6732240" y="4005063"/>
            <a:ext cx="2197268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Wert nach der </a:t>
            </a:r>
            <a:b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Ausführung?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87667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Unterbrechungen /2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Inhaltsplatzhalt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dirty="0"/>
              <a:t>Ist </a:t>
            </a:r>
            <a:r>
              <a:rPr lang="de-DE"/>
              <a:t>etwas schiefgegangen?</a:t>
            </a:r>
            <a:endParaRPr lang="de-DE" dirty="0"/>
          </a:p>
          <a:p>
            <a:r>
              <a:rPr lang="de-DE" dirty="0"/>
              <a:t>Eine andere Ausführung?</a:t>
            </a:r>
          </a:p>
          <a:p>
            <a:endParaRPr lang="en-US" dirty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/>
        </p:nvGraphicFramePr>
        <p:xfrm>
          <a:off x="323528" y="2348880"/>
          <a:ext cx="5832648" cy="316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8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4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de-DE" sz="2000" dirty="0"/>
                        <a:t>Ausführung 2      (</a:t>
                      </a:r>
                      <a:r>
                        <a:rPr lang="de-DE" sz="2000" dirty="0" err="1"/>
                        <a:t>counter</a:t>
                      </a:r>
                      <a:r>
                        <a:rPr lang="de-DE" sz="2000" dirty="0"/>
                        <a:t> = 5)</a:t>
                      </a:r>
                      <a:endParaRPr lang="en-US" sz="20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tx1"/>
                          </a:solidFill>
                        </a:rPr>
                        <a:t>Thread A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b="1" dirty="0">
                          <a:solidFill>
                            <a:schemeClr val="tx1"/>
                          </a:solidFill>
                        </a:rPr>
                        <a:t>Thread B</a:t>
                      </a:r>
                      <a:endParaRPr lang="en-US" sz="20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MOV EAX, M[counter]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MOV EAX, M[counter]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2000" dirty="0"/>
                        <a:t>ADD EAX,</a:t>
                      </a:r>
                      <a:r>
                        <a:rPr lang="de-DE" sz="2000" baseline="0" dirty="0"/>
                        <a:t> 1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MOV M[counter], EAX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ADD EAX,</a:t>
                      </a:r>
                      <a:r>
                        <a:rPr lang="de-DE" sz="2000" baseline="0" dirty="0"/>
                        <a:t> 1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MOV M[counter],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EAX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feld 7"/>
          <p:cNvSpPr txBox="1"/>
          <p:nvPr/>
        </p:nvSpPr>
        <p:spPr>
          <a:xfrm>
            <a:off x="6444208" y="3176296"/>
            <a:ext cx="2197268" cy="83099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Wert nach der </a:t>
            </a:r>
            <a:b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</a:b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Ausführung?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611560" y="5661248"/>
            <a:ext cx="7813892" cy="83099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Problem: Man kann nicht kontrollieren, </a:t>
            </a:r>
            <a:r>
              <a:rPr kumimoji="0" lang="de-DE" sz="24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wann</a:t>
            </a:r>
            <a:r>
              <a:rPr kumimoji="0" lang="de-D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die Unterbrechungen stattfinden =&gt; 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Nicht-Determinismus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487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44</a:t>
            </a:fld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Danke schön.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5210196"/>
          </a:xfrm>
        </p:spPr>
        <p:txBody>
          <a:bodyPr>
            <a:normAutofit/>
          </a:bodyPr>
          <a:lstStyle/>
          <a:p>
            <a:pPr marL="274320" lvl="1">
              <a:spcBef>
                <a:spcPts val="600"/>
              </a:spcBef>
              <a:buClr>
                <a:schemeClr val="accent1"/>
              </a:buClr>
            </a:pPr>
            <a:r>
              <a:rPr lang="de-DE" sz="2600" dirty="0">
                <a:solidFill>
                  <a:schemeClr val="tx1"/>
                </a:solidFill>
              </a:rPr>
              <a:t>Prozessverwaltung</a:t>
            </a:r>
          </a:p>
          <a:p>
            <a:pPr lvl="1"/>
            <a:r>
              <a:rPr lang="de-DE" dirty="0"/>
              <a:t>Wechsel zwischen den Prozessen</a:t>
            </a:r>
          </a:p>
          <a:p>
            <a:pPr lvl="1"/>
            <a:r>
              <a:rPr lang="de-DE" dirty="0"/>
              <a:t>Zustände der Prozesse (Vereinfachung: fünf Zustände)</a:t>
            </a:r>
          </a:p>
          <a:p>
            <a:pPr lvl="1"/>
            <a:r>
              <a:rPr lang="de-DE" dirty="0"/>
              <a:t>Quellen</a:t>
            </a:r>
          </a:p>
          <a:p>
            <a:pPr lvl="2"/>
            <a:r>
              <a:rPr lang="de-DE" dirty="0"/>
              <a:t>Silberschatz et al., Kapitel 3 </a:t>
            </a:r>
          </a:p>
          <a:p>
            <a:r>
              <a:rPr lang="de-DE" dirty="0"/>
              <a:t>Threads: </a:t>
            </a:r>
          </a:p>
          <a:p>
            <a:pPr lvl="1"/>
            <a:r>
              <a:rPr lang="de-DE" dirty="0"/>
              <a:t>Einführung</a:t>
            </a:r>
            <a:r>
              <a:rPr lang="de-DE"/>
              <a:t>, Konzepte</a:t>
            </a:r>
            <a:endParaRPr lang="de-DE" dirty="0"/>
          </a:p>
          <a:p>
            <a:r>
              <a:rPr lang="de-DE" dirty="0"/>
              <a:t>Quellen</a:t>
            </a:r>
          </a:p>
          <a:p>
            <a:pPr lvl="1"/>
            <a:r>
              <a:rPr lang="de-DE" dirty="0"/>
              <a:t>Silberschatz et al., Kapitel 4 (Threads &amp; </a:t>
            </a:r>
            <a:r>
              <a:rPr lang="de-DE" dirty="0" err="1"/>
              <a:t>Concurrency</a:t>
            </a:r>
            <a:r>
              <a:rPr lang="de-DE" dirty="0"/>
              <a:t>)</a:t>
            </a:r>
          </a:p>
          <a:p>
            <a:pPr lvl="1"/>
            <a:r>
              <a:rPr lang="de-DE" dirty="0" err="1"/>
              <a:t>Tanenbaum</a:t>
            </a:r>
            <a:r>
              <a:rPr lang="de-DE" dirty="0"/>
              <a:t> et al., Kapitel 2 und 7 (Linux – </a:t>
            </a:r>
            <a:r>
              <a:rPr lang="de-DE" dirty="0" err="1"/>
              <a:t>case</a:t>
            </a:r>
            <a:r>
              <a:rPr lang="de-DE" dirty="0"/>
              <a:t> </a:t>
            </a:r>
            <a:r>
              <a:rPr lang="de-DE" dirty="0" err="1"/>
              <a:t>study</a:t>
            </a:r>
            <a:r>
              <a:rPr lang="de-DE" dirty="0"/>
              <a:t>)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45</a:t>
            </a:fld>
            <a:endParaRPr lang="en-US" noProof="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Prozesswechsel kostet Zeit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83533A-8A50-4A1F-BEA9-C8C6956451E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4F271C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4F271C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Speichere den Kontext des Prozessors inklusive des Programmzählers und anderer Register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Aktualisierte den PCB des Prozesses, der gerade im Zustand „running“ ist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Verschiebe diesen PCB in die korrekte Warteschlange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Wähle einen anderen Prozess zur Ausführung aus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Aktualisierte den PCB des ausgewählten Prozesses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Aktualisiere die Datenstrukturen für Speichermanagement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Stelle den Kontext des ausgewählten Prozesses wieder her</a:t>
            </a:r>
          </a:p>
        </p:txBody>
      </p:sp>
      <p:sp>
        <p:nvSpPr>
          <p:cNvPr id="5" name="Abgerundetes Rechteck 4"/>
          <p:cNvSpPr/>
          <p:nvPr/>
        </p:nvSpPr>
        <p:spPr>
          <a:xfrm>
            <a:off x="3707904" y="6127032"/>
            <a:ext cx="4680520" cy="45720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Und: CPU-Caches werden geleert!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671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47</a:t>
            </a:fld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Threads:</a:t>
            </a:r>
            <a:br>
              <a:rPr lang="de-DE" dirty="0"/>
            </a:br>
            <a:r>
              <a:rPr lang="de-DE" dirty="0"/>
              <a:t>Zusätzliche Folien</a:t>
            </a:r>
          </a:p>
        </p:txBody>
      </p:sp>
    </p:spTree>
    <p:extLst>
      <p:ext uri="{BB962C8B-B14F-4D97-AF65-F5344CB8AC3E}">
        <p14:creationId xmlns:p14="http://schemas.microsoft.com/office/powerpoint/2010/main" val="27365427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Threads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338936" cy="1993776"/>
          </a:xfrm>
        </p:spPr>
        <p:txBody>
          <a:bodyPr numCol="1">
            <a:normAutofit/>
          </a:bodyPr>
          <a:lstStyle/>
          <a:p>
            <a:r>
              <a:rPr lang="de-DE" dirty="0"/>
              <a:t>Es ist oft wünschenswert, mehrere Aktivitäten gleichzeitig auszuführen</a:t>
            </a:r>
          </a:p>
          <a:p>
            <a:r>
              <a:rPr lang="de-DE" dirty="0"/>
              <a:t>Warum nicht mehrere Prozesse?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48</a:t>
            </a:fld>
            <a:endParaRPr lang="en-US" noProof="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6136" y="1196752"/>
            <a:ext cx="3036193" cy="1696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Gerade Verbindung mit Pfeil 7"/>
          <p:cNvCxnSpPr>
            <a:stCxn id="18" idx="1"/>
          </p:cNvCxnSpPr>
          <p:nvPr/>
        </p:nvCxnSpPr>
        <p:spPr>
          <a:xfrm rot="10800000">
            <a:off x="7709068" y="2348879"/>
            <a:ext cx="319316" cy="328682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/>
          <p:cNvCxnSpPr>
            <a:stCxn id="16" idx="3"/>
          </p:cNvCxnSpPr>
          <p:nvPr/>
        </p:nvCxnSpPr>
        <p:spPr>
          <a:xfrm flipV="1">
            <a:off x="6947540" y="2564903"/>
            <a:ext cx="432772" cy="4006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feld 15"/>
          <p:cNvSpPr txBox="1"/>
          <p:nvPr/>
        </p:nvSpPr>
        <p:spPr>
          <a:xfrm>
            <a:off x="5724128" y="2780927"/>
            <a:ext cx="1223412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/>
              <a:t>Schreiben</a:t>
            </a:r>
          </a:p>
        </p:txBody>
      </p:sp>
      <p:sp>
        <p:nvSpPr>
          <p:cNvPr id="18" name="Textfeld 17"/>
          <p:cNvSpPr txBox="1"/>
          <p:nvPr/>
        </p:nvSpPr>
        <p:spPr>
          <a:xfrm>
            <a:off x="8028384" y="2492895"/>
            <a:ext cx="1300356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de-DE" dirty="0" err="1"/>
              <a:t>Spellcheck</a:t>
            </a:r>
            <a:endParaRPr lang="de-DE" dirty="0"/>
          </a:p>
        </p:txBody>
      </p:sp>
      <p:sp>
        <p:nvSpPr>
          <p:cNvPr id="21" name="Inhaltsplatzhalter 2"/>
          <p:cNvSpPr txBox="1">
            <a:spLocks/>
          </p:cNvSpPr>
          <p:nvPr/>
        </p:nvSpPr>
        <p:spPr>
          <a:xfrm>
            <a:off x="467544" y="3429000"/>
            <a:ext cx="8136904" cy="3168352"/>
          </a:xfrm>
          <a:prstGeom prst="rect">
            <a:avLst/>
          </a:prstGeom>
        </p:spPr>
        <p:txBody>
          <a:bodyPr vert="horz" numCol="1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Wingdings 3"/>
              <a:buChar char=""/>
              <a:tabLst/>
              <a:defRPr/>
            </a:pPr>
            <a:r>
              <a:rPr kumimoji="0" lang="de-DE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Probleme</a:t>
            </a:r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de-DE" sz="2400" dirty="0"/>
              <a:t>Man möchte die selben Daten nutzen: deren Austausch zwischen Prozessen ist i.A. aufwändig  </a:t>
            </a:r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de-DE" sz="2400" noProof="0" dirty="0"/>
              <a:t>Unnötige Replikation des Speichers:</a:t>
            </a:r>
            <a:r>
              <a:rPr lang="de-DE" sz="2400" dirty="0"/>
              <a:t> Mehrere PCBs, Text-Segmente, … </a:t>
            </a:r>
          </a:p>
          <a:p>
            <a:pPr marL="731520" lvl="1" indent="-274320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</a:pPr>
            <a:r>
              <a:rPr lang="de-DE" sz="2400" dirty="0"/>
              <a:t>Wechsel zwischen den Prozessen kostet i.A. mehr Zeit</a:t>
            </a:r>
            <a:endParaRPr lang="de-DE" sz="2600" dirty="0"/>
          </a:p>
        </p:txBody>
      </p:sp>
    </p:spTree>
    <p:extLst>
      <p:ext uri="{BB962C8B-B14F-4D97-AF65-F5344CB8AC3E}">
        <p14:creationId xmlns:p14="http://schemas.microsoft.com/office/powerpoint/2010/main" val="180599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de-DE" dirty="0"/>
            </a:br>
            <a:r>
              <a:rPr lang="de-DE" dirty="0"/>
              <a:t>Behandlung von Signalen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49</a:t>
            </a:fld>
            <a:endParaRPr lang="en-US" noProof="0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2929880"/>
          </a:xfrm>
        </p:spPr>
        <p:txBody>
          <a:bodyPr>
            <a:normAutofit fontScale="92500"/>
          </a:bodyPr>
          <a:lstStyle/>
          <a:p>
            <a:r>
              <a:rPr lang="de-DE" b="1" dirty="0">
                <a:solidFill>
                  <a:srgbClr val="FF0000"/>
                </a:solidFill>
              </a:rPr>
              <a:t>Signale</a:t>
            </a:r>
            <a:r>
              <a:rPr lang="de-DE" dirty="0"/>
              <a:t> (</a:t>
            </a:r>
            <a:r>
              <a:rPr lang="de-DE" b="1" dirty="0">
                <a:solidFill>
                  <a:srgbClr val="FF0000"/>
                </a:solidFill>
              </a:rPr>
              <a:t>signals</a:t>
            </a:r>
            <a:r>
              <a:rPr lang="de-DE" dirty="0"/>
              <a:t>) werden in UNIX-Systemen verwendet, um einem </a:t>
            </a:r>
            <a:r>
              <a:rPr lang="de-DE" u="sng" dirty="0"/>
              <a:t>Prozess</a:t>
            </a:r>
            <a:r>
              <a:rPr lang="de-DE" dirty="0"/>
              <a:t> mitzuteilen, dass ein bestimmtes Ereignis eingetreten ist </a:t>
            </a:r>
          </a:p>
          <a:p>
            <a:pPr lvl="1"/>
            <a:r>
              <a:rPr lang="de-DE" dirty="0"/>
              <a:t>z.B. INT Signal (</a:t>
            </a:r>
            <a:r>
              <a:rPr lang="de-DE" b="1" dirty="0">
                <a:solidFill>
                  <a:srgbClr val="FF0000"/>
                </a:solidFill>
              </a:rPr>
              <a:t>SIGINT</a:t>
            </a:r>
            <a:r>
              <a:rPr lang="de-DE" dirty="0"/>
              <a:t>) - „terminiere“, erzeugt z.B. via „</a:t>
            </a:r>
            <a:r>
              <a:rPr lang="de-DE" dirty="0" err="1"/>
              <a:t>ctrl+c</a:t>
            </a:r>
            <a:r>
              <a:rPr lang="de-DE" dirty="0"/>
              <a:t>“</a:t>
            </a:r>
          </a:p>
          <a:p>
            <a:r>
              <a:rPr lang="de-DE" dirty="0"/>
              <a:t>Ein </a:t>
            </a:r>
            <a:r>
              <a:rPr lang="de-DE" b="1" dirty="0">
                <a:solidFill>
                  <a:srgbClr val="FF0000"/>
                </a:solidFill>
              </a:rPr>
              <a:t>Signal-Handler</a:t>
            </a:r>
            <a:r>
              <a:rPr lang="de-DE" dirty="0"/>
              <a:t> ist eine spezielle Programmroutine, die Signale abarbeitet</a:t>
            </a:r>
          </a:p>
          <a:p>
            <a:r>
              <a:rPr lang="de-DE" dirty="0"/>
              <a:t>Was sind mögliche Alternativen in Bezug auf Threads?</a:t>
            </a:r>
          </a:p>
          <a:p>
            <a:pPr lvl="1"/>
            <a:endParaRPr lang="de-DE" b="1" dirty="0">
              <a:solidFill>
                <a:srgbClr val="00B050"/>
              </a:solidFill>
            </a:endParaRPr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13"/>
          </p:nvPr>
        </p:nvSpPr>
        <p:spPr>
          <a:xfrm>
            <a:off x="971600" y="4077072"/>
            <a:ext cx="7704856" cy="2281808"/>
          </a:xfrm>
        </p:spPr>
        <p:txBody>
          <a:bodyPr/>
          <a:lstStyle/>
          <a:p>
            <a:r>
              <a:rPr lang="de-DE" sz="2400" dirty="0"/>
              <a:t>Liefere das Signal an jeden Thread in dem Prozess</a:t>
            </a:r>
          </a:p>
          <a:p>
            <a:r>
              <a:rPr lang="de-DE" sz="2400" dirty="0"/>
              <a:t>Liefere das Signal an bestimmte Threads im Prozess</a:t>
            </a:r>
          </a:p>
          <a:p>
            <a:r>
              <a:rPr lang="de-DE" sz="2400" dirty="0"/>
              <a:t>Lege einen bestimmten Thread fest, der alle Signale für den Prozess verarbeitet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009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de-DE" dirty="0"/>
            </a:br>
            <a:r>
              <a:rPr lang="de-DE" dirty="0"/>
              <a:t>Alternativen bei Verhalten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68760"/>
            <a:ext cx="8435280" cy="5112568"/>
          </a:xfrm>
        </p:spPr>
        <p:txBody>
          <a:bodyPr>
            <a:normAutofit/>
          </a:bodyPr>
          <a:lstStyle/>
          <a:p>
            <a:r>
              <a:rPr lang="de-DE" dirty="0"/>
              <a:t>Soll das </a:t>
            </a:r>
            <a:r>
              <a:rPr lang="de-DE" dirty="0" err="1"/>
              <a:t>fork</a:t>
            </a:r>
            <a:r>
              <a:rPr lang="de-DE" dirty="0"/>
              <a:t>() alle Threads duplizieren, oder nur den aufrufenden Thread?</a:t>
            </a:r>
          </a:p>
          <a:p>
            <a:r>
              <a:rPr lang="de-DE" dirty="0"/>
              <a:t>Sollen Threads </a:t>
            </a:r>
            <a:r>
              <a:rPr lang="de-DE" u="sng" dirty="0"/>
              <a:t>private Daten</a:t>
            </a:r>
            <a:r>
              <a:rPr lang="de-DE" dirty="0"/>
              <a:t> haben?</a:t>
            </a:r>
          </a:p>
          <a:p>
            <a:pPr lvl="1"/>
            <a:r>
              <a:rPr lang="de-DE" dirty="0"/>
              <a:t>Nützlich, wenn man keine Kontrolle über die Erzeugung hat (Pools!)</a:t>
            </a:r>
          </a:p>
          <a:p>
            <a:r>
              <a:rPr lang="de-DE" dirty="0"/>
              <a:t>Terminierung, bevor der Thread fertig ist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Asynchrone</a:t>
            </a:r>
            <a:r>
              <a:rPr lang="de-DE" dirty="0"/>
              <a:t> Terminierung (</a:t>
            </a:r>
            <a:r>
              <a:rPr lang="de-DE" b="1" dirty="0">
                <a:solidFill>
                  <a:srgbClr val="FF0000"/>
                </a:solidFill>
              </a:rPr>
              <a:t>asynchronous cancellation</a:t>
            </a:r>
            <a:r>
              <a:rPr lang="de-DE" dirty="0"/>
              <a:t>): beendet den Zielthread sofort</a:t>
            </a:r>
          </a:p>
          <a:p>
            <a:pPr lvl="1"/>
            <a:r>
              <a:rPr lang="de-DE" b="1" dirty="0">
                <a:solidFill>
                  <a:srgbClr val="FF0000"/>
                </a:solidFill>
              </a:rPr>
              <a:t>Aufgeschobene</a:t>
            </a:r>
            <a:r>
              <a:rPr lang="de-DE" dirty="0"/>
              <a:t> (latente) </a:t>
            </a:r>
            <a:r>
              <a:rPr lang="de-DE" b="1" dirty="0">
                <a:solidFill>
                  <a:srgbClr val="FF0000"/>
                </a:solidFill>
              </a:rPr>
              <a:t>Terminierung</a:t>
            </a:r>
            <a:r>
              <a:rPr lang="de-DE" dirty="0"/>
              <a:t> (</a:t>
            </a:r>
            <a:r>
              <a:rPr lang="de-DE" b="1" dirty="0">
                <a:solidFill>
                  <a:srgbClr val="FF0000"/>
                </a:solidFill>
              </a:rPr>
              <a:t>deferred</a:t>
            </a:r>
            <a:r>
              <a:rPr lang="de-DE" dirty="0"/>
              <a:t> </a:t>
            </a:r>
            <a:r>
              <a:rPr lang="de-DE" b="1" dirty="0">
                <a:solidFill>
                  <a:srgbClr val="FF0000"/>
                </a:solidFill>
              </a:rPr>
              <a:t>cancellation</a:t>
            </a:r>
            <a:r>
              <a:rPr lang="de-DE" dirty="0"/>
              <a:t>): Erlaubt es dem Thread, periodisch zu prüfen, ob er „sich terminieren“ soll</a:t>
            </a:r>
          </a:p>
          <a:p>
            <a:pPr lvl="1"/>
            <a:endParaRPr lang="de-DE" dirty="0"/>
          </a:p>
          <a:p>
            <a:pPr lvl="1"/>
            <a:endParaRPr lang="de-DE" b="1" dirty="0">
              <a:solidFill>
                <a:srgbClr val="00B050"/>
              </a:solidFill>
            </a:endParaRPr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059735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Many-</a:t>
            </a:r>
            <a:r>
              <a:rPr lang="de-DE" dirty="0" err="1"/>
              <a:t>To</a:t>
            </a:r>
            <a:r>
              <a:rPr lang="de-DE" dirty="0"/>
              <a:t>-Many Visualisierung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51</a:t>
            </a:fld>
            <a:endParaRPr lang="en-US" noProof="0" dirty="0"/>
          </a:p>
        </p:txBody>
      </p:sp>
      <p:pic>
        <p:nvPicPr>
          <p:cNvPr id="22" name="Picture 6" descr="D:\b\b4\IBM\02-17.jpg"/>
          <p:cNvPicPr>
            <a:picLocks noChangeAspect="1" noChangeArrowheads="1"/>
          </p:cNvPicPr>
          <p:nvPr/>
        </p:nvPicPr>
        <p:blipFill>
          <a:blip r:embed="rId3" cstate="print"/>
          <a:srcRect t="18050"/>
          <a:stretch>
            <a:fillRect/>
          </a:stretch>
        </p:blipFill>
        <p:spPr bwMode="auto">
          <a:xfrm>
            <a:off x="611560" y="2531577"/>
            <a:ext cx="8005758" cy="3923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feld 4"/>
          <p:cNvSpPr txBox="1"/>
          <p:nvPr/>
        </p:nvSpPr>
        <p:spPr>
          <a:xfrm>
            <a:off x="1259632" y="1340768"/>
            <a:ext cx="5832648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de-DE" sz="2400" dirty="0"/>
              <a:t>Threads in Gruppe A können sich bei I/O gegenseitig blockieren, aber blockieren nicht die Threads in der </a:t>
            </a:r>
            <a:r>
              <a:rPr lang="de-DE" sz="2400"/>
              <a:t>Gruppe B</a:t>
            </a:r>
            <a:endParaRPr lang="de-DE" sz="2400" dirty="0"/>
          </a:p>
        </p:txBody>
      </p:sp>
      <p:sp>
        <p:nvSpPr>
          <p:cNvPr id="6" name="Textfeld 5"/>
          <p:cNvSpPr txBox="1"/>
          <p:nvPr/>
        </p:nvSpPr>
        <p:spPr>
          <a:xfrm>
            <a:off x="2987824" y="3573016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4139952" y="3789040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b="1" dirty="0">
                <a:solidFill>
                  <a:srgbClr val="FF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354698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06680"/>
            <a:ext cx="8229600" cy="990600"/>
          </a:xfrm>
        </p:spPr>
        <p:txBody>
          <a:bodyPr/>
          <a:lstStyle/>
          <a:p>
            <a:r>
              <a:rPr lang="de-DE" dirty="0"/>
              <a:t>Leistung: Prozesse vs. Threads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64920"/>
            <a:ext cx="8507288" cy="5378152"/>
          </a:xfrm>
        </p:spPr>
        <p:txBody>
          <a:bodyPr>
            <a:normAutofit/>
          </a:bodyPr>
          <a:lstStyle/>
          <a:p>
            <a:r>
              <a:rPr lang="de-DE" dirty="0"/>
              <a:t>Threadwechsel ist i.A. schneller als Prozesswechsel</a:t>
            </a:r>
          </a:p>
          <a:p>
            <a:r>
              <a:rPr lang="de-DE" sz="2700" dirty="0"/>
              <a:t>Auf </a:t>
            </a:r>
            <a:r>
              <a:rPr lang="de-DE" sz="2700" dirty="0">
                <a:solidFill>
                  <a:srgbClr val="0070C0"/>
                </a:solidFill>
              </a:rPr>
              <a:t>Solaris</a:t>
            </a:r>
            <a:r>
              <a:rPr lang="de-DE" sz="2700" dirty="0"/>
              <a:t> dauerte ein Prozesswechsel  ca. 30-mal so lange wie ein Threadwechsel</a:t>
            </a:r>
            <a:r>
              <a:rPr lang="de-DE" sz="2700" u="sng" dirty="0"/>
              <a:t> </a:t>
            </a:r>
          </a:p>
          <a:p>
            <a:r>
              <a:rPr lang="de-DE" sz="2700" dirty="0">
                <a:solidFill>
                  <a:srgbClr val="0070C0"/>
                </a:solidFill>
              </a:rPr>
              <a:t>Windows</a:t>
            </a:r>
            <a:r>
              <a:rPr lang="de-DE" sz="2700" dirty="0"/>
              <a:t>:  Prozesswechsel </a:t>
            </a:r>
            <a:r>
              <a:rPr lang="de-DE" sz="2700" strike="sngStrike" dirty="0"/>
              <a:t>ist</a:t>
            </a:r>
            <a:r>
              <a:rPr lang="de-DE" sz="2700" dirty="0"/>
              <a:t> war 10-100 langsamer </a:t>
            </a:r>
          </a:p>
          <a:p>
            <a:r>
              <a:rPr lang="de-DE" sz="2800" dirty="0"/>
              <a:t>Unter </a:t>
            </a:r>
            <a:r>
              <a:rPr lang="de-DE" sz="2800" dirty="0">
                <a:solidFill>
                  <a:srgbClr val="0070C0"/>
                </a:solidFill>
              </a:rPr>
              <a:t>Linux</a:t>
            </a:r>
            <a:r>
              <a:rPr lang="de-DE" sz="2800" dirty="0"/>
              <a:t> ist Prozesswechsel fast so schnell wie Threadwechsel (eines der Systemkonzepte)</a:t>
            </a:r>
          </a:p>
          <a:p>
            <a:pPr lvl="1"/>
            <a:r>
              <a:rPr lang="de-DE" sz="2700" dirty="0"/>
              <a:t>Prozesswechsel nur langsamer, da die Caches (L1, L2, …) invalidiert werden</a:t>
            </a:r>
          </a:p>
          <a:p>
            <a:endParaRPr lang="de-DE" sz="28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94179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53</a:t>
            </a:fld>
            <a:endParaRPr lang="de-DE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Threads:</a:t>
            </a:r>
            <a:br>
              <a:rPr lang="de-DE" dirty="0"/>
            </a:br>
            <a:r>
              <a:rPr lang="de-DE" dirty="0"/>
              <a:t>Implementierungen</a:t>
            </a:r>
            <a:br>
              <a:rPr lang="de-DE" dirty="0"/>
            </a:br>
            <a:r>
              <a:rPr lang="de-DE" dirty="0"/>
              <a:t>Zusatzfolien</a:t>
            </a:r>
          </a:p>
        </p:txBody>
      </p:sp>
    </p:spTree>
    <p:extLst>
      <p:ext uri="{BB962C8B-B14F-4D97-AF65-F5344CB8AC3E}">
        <p14:creationId xmlns:p14="http://schemas.microsoft.com/office/powerpoint/2010/main" val="18241841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Implementierung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5162128"/>
          </a:xfrm>
        </p:spPr>
        <p:txBody>
          <a:bodyPr>
            <a:normAutofit/>
          </a:bodyPr>
          <a:lstStyle/>
          <a:p>
            <a:r>
              <a:rPr lang="de-DE" dirty="0"/>
              <a:t>Kernelthreads gibt es in:</a:t>
            </a:r>
          </a:p>
          <a:p>
            <a:pPr lvl="1"/>
            <a:r>
              <a:rPr lang="de-DE" dirty="0"/>
              <a:t>Windows XP/ Vista, Solaris, Linux, Tru64 UNIX, Mac OS X</a:t>
            </a:r>
          </a:p>
          <a:p>
            <a:r>
              <a:rPr lang="de-DE" dirty="0"/>
              <a:t>Wichtigste Bibliotheken für die Benutzer sind </a:t>
            </a:r>
          </a:p>
          <a:p>
            <a:pPr lvl="1"/>
            <a:r>
              <a:rPr lang="de-DE" dirty="0"/>
              <a:t>POSIX </a:t>
            </a:r>
            <a:r>
              <a:rPr lang="de-DE" b="1" dirty="0">
                <a:solidFill>
                  <a:srgbClr val="FF0000"/>
                </a:solidFill>
              </a:rPr>
              <a:t>Pthreads</a:t>
            </a:r>
            <a:r>
              <a:rPr lang="de-DE" dirty="0"/>
              <a:t>, </a:t>
            </a:r>
            <a:r>
              <a:rPr lang="de-DE" b="1" dirty="0">
                <a:solidFill>
                  <a:srgbClr val="FF0000"/>
                </a:solidFill>
              </a:rPr>
              <a:t>Win32</a:t>
            </a:r>
            <a:r>
              <a:rPr lang="de-DE" dirty="0"/>
              <a:t> threads, Java threads</a:t>
            </a:r>
          </a:p>
          <a:p>
            <a:r>
              <a:rPr lang="de-DE" dirty="0"/>
              <a:t>Implementierung in </a:t>
            </a:r>
            <a:r>
              <a:rPr lang="de-DE" b="1" dirty="0" err="1">
                <a:solidFill>
                  <a:srgbClr val="FF0000"/>
                </a:solidFill>
              </a:rPr>
              <a:t>one-to-one</a:t>
            </a:r>
            <a:r>
              <a:rPr lang="de-DE" dirty="0"/>
              <a:t> Model</a:t>
            </a:r>
          </a:p>
          <a:p>
            <a:pPr lvl="1"/>
            <a:r>
              <a:rPr lang="de-DE" dirty="0"/>
              <a:t>Windows NT/XP/Vista, Linux, Solaris 9 und später</a:t>
            </a:r>
          </a:p>
          <a:p>
            <a:r>
              <a:rPr lang="de-DE" dirty="0"/>
              <a:t>Implementierung in </a:t>
            </a:r>
            <a:r>
              <a:rPr lang="de-DE" b="1" dirty="0" err="1">
                <a:solidFill>
                  <a:srgbClr val="FF0000"/>
                </a:solidFill>
              </a:rPr>
              <a:t>many-to-many</a:t>
            </a:r>
            <a:r>
              <a:rPr lang="de-DE" dirty="0"/>
              <a:t> Model</a:t>
            </a:r>
          </a:p>
          <a:p>
            <a:pPr lvl="1"/>
            <a:r>
              <a:rPr lang="en-US" dirty="0"/>
              <a:t>Solaris </a:t>
            </a:r>
            <a:r>
              <a:rPr lang="en-US" dirty="0" err="1"/>
              <a:t>vor</a:t>
            </a:r>
            <a:r>
              <a:rPr lang="en-US" dirty="0"/>
              <a:t> Version 9, Windows NT/2000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b="1" dirty="0" err="1"/>
              <a:t>ThreadFiber</a:t>
            </a:r>
            <a:r>
              <a:rPr lang="en-US" dirty="0"/>
              <a:t> </a:t>
            </a:r>
            <a:r>
              <a:rPr lang="en-US" dirty="0" err="1"/>
              <a:t>Bibliothek</a:t>
            </a:r>
            <a:endParaRPr lang="en-US" dirty="0"/>
          </a:p>
          <a:p>
            <a:r>
              <a:rPr lang="de-DE" dirty="0"/>
              <a:t>Bibliotheken für </a:t>
            </a:r>
            <a:r>
              <a:rPr lang="de-DE" b="1" dirty="0" err="1">
                <a:solidFill>
                  <a:srgbClr val="FF0000"/>
                </a:solidFill>
              </a:rPr>
              <a:t>many-to-one</a:t>
            </a:r>
            <a:r>
              <a:rPr lang="de-DE" dirty="0"/>
              <a:t> Model</a:t>
            </a:r>
          </a:p>
          <a:p>
            <a:pPr lvl="1"/>
            <a:r>
              <a:rPr lang="de-DE" dirty="0"/>
              <a:t>Solaris Green Threads, GNU Portable Threads</a:t>
            </a:r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noProof="0" smtClean="0"/>
              <a:pPr/>
              <a:t>54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34433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Windows Threads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435280" cy="5162128"/>
          </a:xfrm>
        </p:spPr>
        <p:txBody>
          <a:bodyPr>
            <a:normAutofit/>
          </a:bodyPr>
          <a:lstStyle/>
          <a:p>
            <a:r>
              <a:rPr lang="de-DE" dirty="0"/>
              <a:t>Threads werden im </a:t>
            </a:r>
            <a:r>
              <a:rPr lang="de-DE" dirty="0" err="1"/>
              <a:t>one-to-one</a:t>
            </a:r>
            <a:r>
              <a:rPr lang="de-DE" dirty="0"/>
              <a:t> Modell implementiert, d.h. jeder Benutzerthread == Kernel Thread </a:t>
            </a:r>
          </a:p>
          <a:p>
            <a:r>
              <a:rPr lang="de-DE" dirty="0"/>
              <a:t>Jeder Thread enthält</a:t>
            </a:r>
          </a:p>
          <a:p>
            <a:pPr lvl="1"/>
            <a:r>
              <a:rPr lang="de-DE" sz="2400" dirty="0">
                <a:solidFill>
                  <a:srgbClr val="0070C0"/>
                </a:solidFill>
              </a:rPr>
              <a:t>Eine Thread-ID</a:t>
            </a:r>
          </a:p>
          <a:p>
            <a:pPr lvl="1"/>
            <a:r>
              <a:rPr lang="de-DE" sz="2400" dirty="0">
                <a:solidFill>
                  <a:srgbClr val="0070C0"/>
                </a:solidFill>
              </a:rPr>
              <a:t>Registersatz (Kopien der CPU Register)</a:t>
            </a:r>
          </a:p>
          <a:p>
            <a:pPr lvl="1"/>
            <a:r>
              <a:rPr lang="de-DE" sz="2400" dirty="0">
                <a:solidFill>
                  <a:srgbClr val="0070C0"/>
                </a:solidFill>
              </a:rPr>
              <a:t>Separate Benutzer und Kernel-Stacks</a:t>
            </a:r>
          </a:p>
          <a:p>
            <a:pPr lvl="1"/>
            <a:r>
              <a:rPr lang="de-DE" sz="2400" dirty="0">
                <a:solidFill>
                  <a:srgbClr val="0070C0"/>
                </a:solidFill>
              </a:rPr>
              <a:t>Privaten Datenspeicher</a:t>
            </a:r>
          </a:p>
          <a:p>
            <a:pPr lvl="1"/>
            <a:r>
              <a:rPr lang="de-DE" sz="2400" dirty="0">
                <a:solidFill>
                  <a:srgbClr val="0070C0"/>
                </a:solidFill>
              </a:rPr>
              <a:t>Der Registersatz, Stack, und private Daten werden als </a:t>
            </a:r>
            <a:r>
              <a:rPr lang="de-DE" sz="2400" b="1" dirty="0">
                <a:solidFill>
                  <a:srgbClr val="FF0000"/>
                </a:solidFill>
              </a:rPr>
              <a:t>Kontext</a:t>
            </a:r>
            <a:r>
              <a:rPr lang="de-DE" sz="2400" dirty="0">
                <a:solidFill>
                  <a:srgbClr val="FF0000"/>
                </a:solidFill>
              </a:rPr>
              <a:t> </a:t>
            </a:r>
            <a:r>
              <a:rPr lang="de-DE" sz="2400" dirty="0">
                <a:solidFill>
                  <a:srgbClr val="0070C0"/>
                </a:solidFill>
              </a:rPr>
              <a:t>(</a:t>
            </a:r>
            <a:r>
              <a:rPr lang="de-DE" sz="2400" b="1" dirty="0" err="1">
                <a:solidFill>
                  <a:srgbClr val="FF0000"/>
                </a:solidFill>
              </a:rPr>
              <a:t>context</a:t>
            </a:r>
            <a:r>
              <a:rPr lang="de-DE" sz="2400" dirty="0">
                <a:solidFill>
                  <a:srgbClr val="0070C0"/>
                </a:solidFill>
              </a:rPr>
              <a:t>) bezeichnet</a:t>
            </a:r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pPr lvl="1"/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smtClean="0">
                <a:solidFill>
                  <a:srgbClr val="4F271C"/>
                </a:solidFill>
              </a:rPr>
              <a:pPr/>
              <a:t>55</a:t>
            </a:fld>
            <a:endParaRPr lang="en-US" dirty="0">
              <a:solidFill>
                <a:srgbClr val="4F27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33056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Windows Thread API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smtClean="0">
                <a:solidFill>
                  <a:srgbClr val="4F271C"/>
                </a:solidFill>
              </a:rPr>
              <a:pPr/>
              <a:t>56</a:t>
            </a:fld>
            <a:endParaRPr lang="en-US" dirty="0">
              <a:solidFill>
                <a:srgbClr val="4F271C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de-DE" u="sng" dirty="0"/>
              <a:t>HANDLE </a:t>
            </a:r>
            <a:r>
              <a:rPr lang="de-DE" b="1" u="sng" dirty="0">
                <a:solidFill>
                  <a:srgbClr val="FF0000"/>
                </a:solidFill>
              </a:rPr>
              <a:t>CreateThread</a:t>
            </a:r>
            <a:r>
              <a:rPr lang="de-DE" dirty="0"/>
              <a:t> (</a:t>
            </a:r>
          </a:p>
          <a:p>
            <a:pPr marL="0" indent="0">
              <a:buNone/>
            </a:pPr>
            <a:r>
              <a:rPr lang="de-DE" dirty="0"/>
              <a:t>    LPSECURITY_ATTRIBUTES </a:t>
            </a:r>
            <a:r>
              <a:rPr lang="de-DE" dirty="0">
                <a:solidFill>
                  <a:srgbClr val="0070C0"/>
                </a:solidFill>
              </a:rPr>
              <a:t>lpThreadAttributes</a:t>
            </a:r>
            <a:r>
              <a:rPr lang="de-DE" dirty="0"/>
              <a:t>, </a:t>
            </a:r>
          </a:p>
          <a:p>
            <a:pPr marL="0" indent="0">
              <a:buNone/>
            </a:pPr>
            <a:r>
              <a:rPr lang="de-DE" dirty="0"/>
              <a:t>    SIZE_T dwStackSize, </a:t>
            </a:r>
            <a:r>
              <a:rPr lang="de-DE" dirty="0">
                <a:solidFill>
                  <a:schemeClr val="bg2">
                    <a:lumMod val="50000"/>
                  </a:schemeClr>
                </a:solidFill>
              </a:rPr>
              <a:t>	// Stack-Größe (0 = default)</a:t>
            </a:r>
          </a:p>
          <a:p>
            <a:pPr marL="0" indent="0">
              <a:buNone/>
            </a:pPr>
            <a:r>
              <a:rPr lang="de-DE" dirty="0"/>
              <a:t>    LPTHREAD_START_ROUTINE  </a:t>
            </a:r>
            <a:r>
              <a:rPr lang="de-DE" dirty="0" err="1">
                <a:solidFill>
                  <a:srgbClr val="0070C0"/>
                </a:solidFill>
              </a:rPr>
              <a:t>lpStartAddress</a:t>
            </a:r>
            <a:r>
              <a:rPr lang="de-DE" dirty="0"/>
              <a:t>, </a:t>
            </a:r>
          </a:p>
          <a:p>
            <a:pPr marL="0" indent="0">
              <a:buNone/>
            </a:pPr>
            <a:r>
              <a:rPr lang="de-DE" dirty="0"/>
              <a:t>    LPVOID </a:t>
            </a:r>
            <a:r>
              <a:rPr lang="de-DE" dirty="0">
                <a:solidFill>
                  <a:srgbClr val="0070C0"/>
                </a:solidFill>
              </a:rPr>
              <a:t>lpParameter</a:t>
            </a:r>
            <a:r>
              <a:rPr lang="de-DE" dirty="0"/>
              <a:t>, </a:t>
            </a:r>
          </a:p>
          <a:p>
            <a:pPr marL="0" indent="0">
              <a:buNone/>
            </a:pPr>
            <a:r>
              <a:rPr lang="de-DE" dirty="0"/>
              <a:t>    DWORD dwCreationFlags, </a:t>
            </a:r>
            <a:r>
              <a:rPr lang="de-DE" sz="2000" dirty="0">
                <a:solidFill>
                  <a:schemeClr val="bg2">
                    <a:lumMod val="50000"/>
                  </a:schemeClr>
                </a:solidFill>
              </a:rPr>
              <a:t>// z.B. CREATE_SUSPENDED</a:t>
            </a:r>
          </a:p>
          <a:p>
            <a:pPr marL="0" indent="0">
              <a:buNone/>
            </a:pPr>
            <a:r>
              <a:rPr lang="de-DE" dirty="0"/>
              <a:t>    LPDWORD lpThreadId ); // z.B. &amp;_tid</a:t>
            </a:r>
          </a:p>
          <a:p>
            <a:pPr marL="0" indent="0">
              <a:buNone/>
            </a:pPr>
            <a:r>
              <a:rPr lang="en-US" u="sng" dirty="0"/>
              <a:t>DWORD WINAPI </a:t>
            </a:r>
            <a:r>
              <a:rPr lang="en-US" b="1" u="sng" dirty="0" err="1">
                <a:solidFill>
                  <a:srgbClr val="FF0000"/>
                </a:solidFill>
              </a:rPr>
              <a:t>ThreadProc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(LPVOID </a:t>
            </a:r>
            <a:r>
              <a:rPr lang="en-US" dirty="0" err="1"/>
              <a:t>lpParameter</a:t>
            </a:r>
            <a:r>
              <a:rPr lang="en-US" dirty="0"/>
              <a:t>);</a:t>
            </a:r>
            <a:endParaRPr lang="de-DE" dirty="0"/>
          </a:p>
          <a:p>
            <a:r>
              <a:rPr lang="de-DE" dirty="0">
                <a:solidFill>
                  <a:srgbClr val="0070C0"/>
                </a:solidFill>
              </a:rPr>
              <a:t>lpStartAddress</a:t>
            </a:r>
            <a:r>
              <a:rPr lang="de-DE" dirty="0"/>
              <a:t>: Pointer auf Anfang des auszuführenden Codes</a:t>
            </a:r>
          </a:p>
          <a:p>
            <a:r>
              <a:rPr lang="de-DE" dirty="0">
                <a:solidFill>
                  <a:srgbClr val="0070C0"/>
                </a:solidFill>
              </a:rPr>
              <a:t>lpParameter</a:t>
            </a:r>
            <a:r>
              <a:rPr lang="de-DE" dirty="0"/>
              <a:t>: Parameter der </a:t>
            </a:r>
            <a:r>
              <a:rPr lang="en-US" b="1" dirty="0" err="1">
                <a:solidFill>
                  <a:srgbClr val="FF0000"/>
                </a:solidFill>
              </a:rPr>
              <a:t>ThreadProc</a:t>
            </a:r>
            <a:r>
              <a:rPr lang="en-US" dirty="0">
                <a:solidFill>
                  <a:srgbClr val="FF0000"/>
                </a:solidFill>
              </a:rPr>
              <a:t> </a:t>
            </a:r>
            <a:endParaRPr lang="de-DE" dirty="0"/>
          </a:p>
        </p:txBody>
      </p:sp>
      <p:sp>
        <p:nvSpPr>
          <p:cNvPr id="5" name="Rectangle 4"/>
          <p:cNvSpPr/>
          <p:nvPr/>
        </p:nvSpPr>
        <p:spPr>
          <a:xfrm>
            <a:off x="4968044" y="1038751"/>
            <a:ext cx="3096344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sz="2400" dirty="0">
                <a:solidFill>
                  <a:srgbClr val="E7DEC9">
                    <a:lumMod val="50000"/>
                  </a:srgbClr>
                </a:solidFill>
              </a:rPr>
              <a:t>Sicherheits-Attribute</a:t>
            </a:r>
            <a:endParaRPr lang="de-DE" sz="2400" dirty="0">
              <a:solidFill>
                <a:prstClr val="black"/>
              </a:solidFill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6516216" y="1484784"/>
            <a:ext cx="0" cy="216024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4"/>
          <p:cNvSpPr/>
          <p:nvPr/>
        </p:nvSpPr>
        <p:spPr>
          <a:xfrm>
            <a:off x="5515305" y="3093506"/>
            <a:ext cx="3564904" cy="46166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de-DE" sz="2400" dirty="0">
                <a:solidFill>
                  <a:srgbClr val="E7DEC9">
                    <a:lumMod val="50000"/>
                  </a:srgbClr>
                </a:solidFill>
              </a:rPr>
              <a:t>Start-Adresse des Tasks</a:t>
            </a:r>
            <a:endParaRPr lang="de-DE" sz="2400" dirty="0">
              <a:solidFill>
                <a:prstClr val="black"/>
              </a:solidFill>
            </a:endParaRPr>
          </a:p>
        </p:txBody>
      </p:sp>
      <p:cxnSp>
        <p:nvCxnSpPr>
          <p:cNvPr id="9" name="Straight Arrow Connector 6"/>
          <p:cNvCxnSpPr/>
          <p:nvPr/>
        </p:nvCxnSpPr>
        <p:spPr>
          <a:xfrm flipH="1" flipV="1">
            <a:off x="8064388" y="2996952"/>
            <a:ext cx="324036" cy="96554"/>
          </a:xfrm>
          <a:prstGeom prst="straightConnector1">
            <a:avLst/>
          </a:prstGeom>
          <a:ln w="28575">
            <a:solidFill>
              <a:schemeClr val="bg2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60562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Kontrolle des Threads via Handle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3533A-8A50-4A1F-BEA9-C8C6956451EB}" type="slidenum">
              <a:rPr lang="en-US" smtClean="0">
                <a:solidFill>
                  <a:srgbClr val="4F271C"/>
                </a:solidFill>
              </a:rPr>
              <a:pPr/>
              <a:t>57</a:t>
            </a:fld>
            <a:endParaRPr lang="en-US" dirty="0">
              <a:solidFill>
                <a:srgbClr val="4F271C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de-DE" sz="3100" dirty="0"/>
              <a:t>namespace Thread  { </a:t>
            </a:r>
          </a:p>
          <a:p>
            <a:pPr marL="0" indent="0">
              <a:buNone/>
            </a:pPr>
            <a:r>
              <a:rPr lang="de-DE" sz="3100" dirty="0"/>
              <a:t>    class </a:t>
            </a:r>
            <a:r>
              <a:rPr lang="de-DE" sz="3100" b="1" dirty="0">
                <a:solidFill>
                  <a:srgbClr val="FF0000"/>
                </a:solidFill>
              </a:rPr>
              <a:t>Handle</a:t>
            </a:r>
            <a:r>
              <a:rPr lang="de-DE" sz="3100" dirty="0"/>
              <a:t>: public Sys::Handle  { </a:t>
            </a:r>
          </a:p>
          <a:p>
            <a:pPr marL="0" indent="0">
              <a:buNone/>
            </a:pPr>
            <a:r>
              <a:rPr lang="de-DE" sz="3100" dirty="0"/>
              <a:t>    public: </a:t>
            </a:r>
          </a:p>
          <a:p>
            <a:pPr marL="0" indent="0">
              <a:buNone/>
            </a:pPr>
            <a:r>
              <a:rPr lang="de-DE" sz="3100" dirty="0"/>
              <a:t>        </a:t>
            </a:r>
            <a:r>
              <a:rPr lang="de-DE" dirty="0">
                <a:solidFill>
                  <a:srgbClr val="FF0000"/>
                </a:solidFill>
              </a:rPr>
              <a:t>Handle</a:t>
            </a:r>
            <a:r>
              <a:rPr lang="de-DE" dirty="0"/>
              <a:t> (HANDLE h = Sys::Handle::NullValue ()): Sys::Handle (h){} </a:t>
            </a:r>
          </a:p>
          <a:p>
            <a:pPr marL="0" indent="0">
              <a:buNone/>
            </a:pPr>
            <a:r>
              <a:rPr lang="de-DE" sz="3100" dirty="0"/>
              <a:t>        void </a:t>
            </a:r>
            <a:r>
              <a:rPr lang="de-DE" sz="3100" dirty="0">
                <a:solidFill>
                  <a:srgbClr val="FF0000"/>
                </a:solidFill>
              </a:rPr>
              <a:t>Resume</a:t>
            </a:r>
            <a:r>
              <a:rPr lang="de-DE" sz="3100" dirty="0"/>
              <a:t> ()  { </a:t>
            </a:r>
          </a:p>
          <a:p>
            <a:pPr marL="0" indent="0">
              <a:buNone/>
            </a:pPr>
            <a:r>
              <a:rPr lang="de-DE" sz="3100" dirty="0"/>
              <a:t>            ::ResumeThread (_h); } </a:t>
            </a:r>
          </a:p>
          <a:p>
            <a:pPr marL="0" indent="0">
              <a:buNone/>
            </a:pPr>
            <a:r>
              <a:rPr lang="de-DE" sz="3100" dirty="0"/>
              <a:t>        void </a:t>
            </a:r>
            <a:r>
              <a:rPr lang="de-DE" sz="3100" dirty="0">
                <a:solidFill>
                  <a:srgbClr val="FF0000"/>
                </a:solidFill>
              </a:rPr>
              <a:t>Suspend</a:t>
            </a:r>
            <a:r>
              <a:rPr lang="de-DE" sz="3100" dirty="0"/>
              <a:t> ()  { </a:t>
            </a:r>
          </a:p>
          <a:p>
            <a:pPr marL="0" indent="0">
              <a:buNone/>
            </a:pPr>
            <a:r>
              <a:rPr lang="de-DE" sz="3100" dirty="0"/>
              <a:t>            ::SuspendThread (_h); } </a:t>
            </a:r>
          </a:p>
          <a:p>
            <a:pPr marL="0" indent="0">
              <a:buNone/>
            </a:pPr>
            <a:r>
              <a:rPr lang="de-DE" sz="3100" dirty="0"/>
              <a:t>        void </a:t>
            </a:r>
            <a:r>
              <a:rPr lang="de-DE" sz="3100" dirty="0">
                <a:solidFill>
                  <a:srgbClr val="FF0000"/>
                </a:solidFill>
              </a:rPr>
              <a:t>WaitForDeath</a:t>
            </a:r>
            <a:r>
              <a:rPr lang="de-DE" sz="3100" dirty="0"/>
              <a:t> (unsigned timeoutMs = INFINITE) { </a:t>
            </a:r>
          </a:p>
          <a:p>
            <a:pPr marL="0" indent="0">
              <a:buNone/>
            </a:pPr>
            <a:r>
              <a:rPr lang="de-DE" sz="3100" dirty="0"/>
              <a:t>            ::WaitForSingleObject (_h, timeoutMs);  } </a:t>
            </a:r>
          </a:p>
          <a:p>
            <a:pPr marL="0" indent="0">
              <a:buNone/>
            </a:pPr>
            <a:r>
              <a:rPr lang="de-DE" sz="3100" dirty="0"/>
              <a:t>        bool </a:t>
            </a:r>
            <a:r>
              <a:rPr lang="de-DE" sz="3100" dirty="0">
                <a:solidFill>
                  <a:srgbClr val="FF0000"/>
                </a:solidFill>
              </a:rPr>
              <a:t>IsAlive</a:t>
            </a:r>
            <a:r>
              <a:rPr lang="de-DE" sz="3100" dirty="0"/>
              <a:t> () const { </a:t>
            </a:r>
          </a:p>
          <a:p>
            <a:pPr marL="0" indent="0">
              <a:buNone/>
            </a:pPr>
            <a:r>
              <a:rPr lang="de-DE" sz="3100" dirty="0"/>
              <a:t>            unsigned long code; </a:t>
            </a:r>
          </a:p>
          <a:p>
            <a:pPr marL="0" indent="0">
              <a:buNone/>
            </a:pPr>
            <a:r>
              <a:rPr lang="de-DE" sz="3100" dirty="0"/>
              <a:t>            ::GetExitCodeThread (_h, &amp;code); </a:t>
            </a:r>
          </a:p>
          <a:p>
            <a:pPr marL="0" indent="0">
              <a:buNone/>
            </a:pPr>
            <a:r>
              <a:rPr lang="de-DE" sz="3100" dirty="0"/>
              <a:t>            return code == STILL_ACTIVE; </a:t>
            </a:r>
          </a:p>
          <a:p>
            <a:pPr marL="0" indent="0">
              <a:buNone/>
            </a:pPr>
            <a:r>
              <a:rPr lang="de-DE" sz="3100" dirty="0"/>
              <a:t>} }; }</a:t>
            </a:r>
          </a:p>
          <a:p>
            <a:endParaRPr lang="de-DE" dirty="0"/>
          </a:p>
        </p:txBody>
      </p:sp>
      <p:sp>
        <p:nvSpPr>
          <p:cNvPr id="6" name="Rectangle 5"/>
          <p:cNvSpPr/>
          <p:nvPr/>
        </p:nvSpPr>
        <p:spPr>
          <a:xfrm>
            <a:off x="1907704" y="6117257"/>
            <a:ext cx="6135782" cy="70788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2000" dirty="0" err="1">
                <a:solidFill>
                  <a:prstClr val="black"/>
                </a:solidFill>
              </a:rPr>
              <a:t>Siehe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 err="1">
                <a:solidFill>
                  <a:prstClr val="black"/>
                </a:solidFill>
              </a:rPr>
              <a:t>auch</a:t>
            </a:r>
            <a:r>
              <a:rPr lang="en-US" sz="2000" dirty="0">
                <a:solidFill>
                  <a:prstClr val="black"/>
                </a:solidFill>
              </a:rPr>
              <a:t>: Windows API Tutorial  -  Using Threads</a:t>
            </a:r>
          </a:p>
          <a:p>
            <a:r>
              <a:rPr lang="de-DE" sz="2000" dirty="0">
                <a:solidFill>
                  <a:prstClr val="black"/>
                </a:solidFill>
                <a:hlinkClick r:id="rId2"/>
              </a:rPr>
              <a:t>http://www.relisoft.com/win32/active.html</a:t>
            </a:r>
            <a:endParaRPr lang="de-DE" sz="20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345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ARTUR@ADJTKIKJTTW835ML" val="3112"/>
  <p:tag name="FIRSTARTUR@PCFZCHKFOEYEY5H8" val="4677"/>
  <p:tag name="FIRSTARTUR@AWDWMKMFUVWXY5ML" val="4143"/>
</p:tagLst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keano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keanos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>
    <a:lnDef>
      <a:spPr>
        <a:ln w="28575">
          <a:solidFill>
            <a:schemeClr val="tx1"/>
          </a:solidFill>
          <a:headEnd type="none" w="med" len="med"/>
          <a:tailEnd type="arrow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0</TotalTime>
  <Words>4618</Words>
  <Application>Microsoft Office PowerPoint</Application>
  <PresentationFormat>Bildschirmpräsentation (4:3)</PresentationFormat>
  <Paragraphs>827</Paragraphs>
  <Slides>57</Slides>
  <Notes>37</Notes>
  <HiddenSlides>3</HiddenSlides>
  <MMClips>2</MMClips>
  <ScaleCrop>false</ScaleCrop>
  <HeadingPairs>
    <vt:vector size="8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57</vt:i4>
      </vt:variant>
    </vt:vector>
  </HeadingPairs>
  <TitlesOfParts>
    <vt:vector size="63" baseType="lpstr">
      <vt:lpstr>Arial</vt:lpstr>
      <vt:lpstr>Calibri</vt:lpstr>
      <vt:lpstr>Wingdings</vt:lpstr>
      <vt:lpstr>Wingdings 3</vt:lpstr>
      <vt:lpstr>Okeanos</vt:lpstr>
      <vt:lpstr>Worksheet</vt:lpstr>
      <vt:lpstr>Betriebssysteme und Netzwerke Vorlesung 4</vt:lpstr>
      <vt:lpstr>Wiederholung: https://bit.ly/ibn_hd</vt:lpstr>
      <vt:lpstr>Prozesse - Verwaltung</vt:lpstr>
      <vt:lpstr>Wechsel (Switch) zwischen Prozessen</vt:lpstr>
      <vt:lpstr>Ablauf der Zustandwechsel</vt:lpstr>
      <vt:lpstr>Wann soll man zwischen Prozessen wechseln?</vt:lpstr>
      <vt:lpstr>Zustände Waiting und Ready </vt:lpstr>
      <vt:lpstr>Prozesszustände</vt:lpstr>
      <vt:lpstr>Übergänge zwischen den Prozesszuständen</vt:lpstr>
      <vt:lpstr>Übergänge zwischen den Prozesszuständen</vt:lpstr>
      <vt:lpstr>Threads</vt:lpstr>
      <vt:lpstr>Threads und Multithreading</vt:lpstr>
      <vt:lpstr>Vorteile von Threads gegenüber Prozessen</vt:lpstr>
      <vt:lpstr>Zwei Arten von Threads</vt:lpstr>
      <vt:lpstr>Ablauf des Wechsels</vt:lpstr>
      <vt:lpstr> Threads in Benutzermodus</vt:lpstr>
      <vt:lpstr> Threads in Kernmodus</vt:lpstr>
      <vt:lpstr>Gemischte Ausführungsmodelle</vt:lpstr>
      <vt:lpstr>Eigene/Geteilte Ressourcen von Threads</vt:lpstr>
      <vt:lpstr>Vergleich Prozesse vs. Threads</vt:lpstr>
      <vt:lpstr>Thread-Programmierung mit POSIX und C</vt:lpstr>
      <vt:lpstr>POSIX Pthreads</vt:lpstr>
      <vt:lpstr>POSIX Pthreads – Erzeugen </vt:lpstr>
      <vt:lpstr>POSIX Pthreads – Terminieren</vt:lpstr>
      <vt:lpstr>POSIX Pthreads - Beispiel</vt:lpstr>
      <vt:lpstr>POSIX Pthreads– Beispiel /2</vt:lpstr>
      <vt:lpstr>POSIX Pthreads</vt:lpstr>
      <vt:lpstr>Ausführung von Threads (nur ein CPU-Kern)</vt:lpstr>
      <vt:lpstr>Threads: Details</vt:lpstr>
      <vt:lpstr>Threads und Stacks</vt:lpstr>
      <vt:lpstr> Probleme beim Umschreiben des Codes</vt:lpstr>
      <vt:lpstr>Dauer eines Threadwechsels</vt:lpstr>
      <vt:lpstr>Threads in Linux</vt:lpstr>
      <vt:lpstr>Threads in Linux</vt:lpstr>
      <vt:lpstr>Ein Multi-Threaded Programm</vt:lpstr>
      <vt:lpstr>Zählen von Bitcoins</vt:lpstr>
      <vt:lpstr>Zählen von Bitcoins – Codestruktur</vt:lpstr>
      <vt:lpstr>Bitcoin Counting Simulator in Nim</vt:lpstr>
      <vt:lpstr>Zählen von Bitcoins – Was geht hier vor?</vt:lpstr>
      <vt:lpstr>Zählen von Bitcoins – Was geht hier vor?</vt:lpstr>
      <vt:lpstr>Assembler-Befehle für counter++</vt:lpstr>
      <vt:lpstr>Unterbrechungen</vt:lpstr>
      <vt:lpstr>Unterbrechungen /2</vt:lpstr>
      <vt:lpstr>Danke schön.</vt:lpstr>
      <vt:lpstr>Zusammenfassung</vt:lpstr>
      <vt:lpstr>Prozesswechsel kostet Zeit</vt:lpstr>
      <vt:lpstr>Threads: Zusätzliche Folien</vt:lpstr>
      <vt:lpstr>Motivation Threads</vt:lpstr>
      <vt:lpstr> Behandlung von Signalen</vt:lpstr>
      <vt:lpstr> Alternativen bei Verhalten</vt:lpstr>
      <vt:lpstr>Many-To-Many Visualisierung</vt:lpstr>
      <vt:lpstr>Leistung: Prozesse vs. Threads</vt:lpstr>
      <vt:lpstr>Threads: Implementierungen Zusatzfolien</vt:lpstr>
      <vt:lpstr>Implementierung</vt:lpstr>
      <vt:lpstr>Windows Threads</vt:lpstr>
      <vt:lpstr>Windows Thread API</vt:lpstr>
      <vt:lpstr>Kontrolle des Threads via Handle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 Betriebssysteme und Netzwerke</dc:title>
  <dc:creator>Artur Andrzejak</dc:creator>
  <cp:lastModifiedBy>Artur Andrzejak</cp:lastModifiedBy>
  <cp:revision>1453</cp:revision>
  <cp:lastPrinted>2025-04-28T10:48:39Z</cp:lastPrinted>
  <dcterms:created xsi:type="dcterms:W3CDTF">2009-04-16T23:00:57Z</dcterms:created>
  <dcterms:modified xsi:type="dcterms:W3CDTF">2026-04-22T09:06:57Z</dcterms:modified>
</cp:coreProperties>
</file>