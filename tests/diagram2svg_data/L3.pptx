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1800000">
            <a:off x="1524000" y="1778000"/>
            <a:ext cx="2794000" cy="1397000"/>
          </a:xfrm>
          <a:prstGeom prst="rect">
            <a:avLst/>
          </a:prstGeom>
          <a:solidFill>
            <a:srgbClr val="4472C4"/>
          </a:solidFill>
          <a:ln w="254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10800000">
            <a:off x="5461000" y="1778000"/>
            <a:ext cx="2286000" cy="1778000"/>
          </a:xfrm>
          <a:prstGeom prst="triangle">
            <a:avLst/>
          </a:prstGeom>
          <a:solidFill>
            <a:srgbClr val="ED7D31"/>
          </a:solidFill>
          <a:ln w="25400">
            <a:solidFill>
              <a:srgbClr val="83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Arrow 3"/>
          <p:cNvSpPr/>
          <p:nvPr/>
        </p:nvSpPr>
        <p:spPr>
          <a:xfrm rot="5400000">
            <a:off x="8890000" y="1778000"/>
            <a:ext cx="2540000" cy="1143000"/>
          </a:xfrm>
          <a:prstGeom prst="rightArrow">
            <a:avLst/>
          </a:prstGeom>
          <a:solidFill>
            <a:srgbClr val="70AD47"/>
          </a:solidFill>
          <a:ln w="2540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flipH="1">
            <a:off x="1524000" y="4572000"/>
            <a:ext cx="2286000" cy="1524000"/>
          </a:xfrm>
          <a:prstGeom prst="rtTriangle">
            <a:avLst/>
          </a:prstGeom>
          <a:solidFill>
            <a:srgbClr val="FFC000"/>
          </a:solidFill>
          <a:ln w="25400">
            <a:solidFill>
              <a:srgbClr val="7F6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Arrow 1"/>
          <p:cNvSpPr/>
          <p:nvPr/>
        </p:nvSpPr>
        <p:spPr>
          <a:xfrm>
            <a:off x="762000" y="1016000"/>
            <a:ext cx="2286000" cy="1778000"/>
          </a:xfrm>
          <a:prstGeom prst="rightArrow">
            <a:avLst/>
          </a:prstGeom>
          <a:solidFill>
            <a:srgbClr val="4472C4"/>
          </a:solidFill>
          <a:ln w="190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evron 2"/>
          <p:cNvSpPr/>
          <p:nvPr/>
        </p:nvSpPr>
        <p:spPr>
          <a:xfrm>
            <a:off x="3683000" y="1016000"/>
            <a:ext cx="2286000" cy="1778000"/>
          </a:xfrm>
          <a:prstGeom prst="chevron">
            <a:avLst/>
          </a:prstGeom>
          <a:solidFill>
            <a:srgbClr val="ED7D31"/>
          </a:solidFill>
          <a:ln w="190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604000" y="1016000"/>
            <a:ext cx="2286000" cy="1778000"/>
          </a:xfrm>
          <a:prstGeom prst="parallelogram">
            <a:avLst/>
          </a:prstGeom>
          <a:solidFill>
            <a:srgbClr val="70AD47"/>
          </a:solidFill>
          <a:ln w="190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n 4"/>
          <p:cNvSpPr/>
          <p:nvPr/>
        </p:nvSpPr>
        <p:spPr>
          <a:xfrm>
            <a:off x="9525000" y="1016000"/>
            <a:ext cx="2286000" cy="1778000"/>
          </a:xfrm>
          <a:prstGeom prst="can">
            <a:avLst/>
          </a:prstGeom>
          <a:solidFill>
            <a:srgbClr val="FFC000"/>
          </a:solidFill>
          <a:ln w="190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loud 5"/>
          <p:cNvSpPr/>
          <p:nvPr/>
        </p:nvSpPr>
        <p:spPr>
          <a:xfrm>
            <a:off x="762000" y="3810000"/>
            <a:ext cx="2286000" cy="1778000"/>
          </a:xfrm>
          <a:prstGeom prst="cloud">
            <a:avLst/>
          </a:prstGeom>
          <a:solidFill>
            <a:srgbClr val="FF0000"/>
          </a:solidFill>
          <a:ln w="190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3683000" y="3810000"/>
            <a:ext cx="2286000" cy="1778000"/>
          </a:xfrm>
          <a:prstGeom prst="hexagon">
            <a:avLst/>
          </a:prstGeom>
          <a:solidFill>
            <a:srgbClr val="9E5FBE"/>
          </a:solidFill>
          <a:ln w="190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ightning Bolt 7"/>
          <p:cNvSpPr/>
          <p:nvPr/>
        </p:nvSpPr>
        <p:spPr>
          <a:xfrm>
            <a:off x="6604000" y="3810000"/>
            <a:ext cx="2286000" cy="1778000"/>
          </a:xfrm>
          <a:prstGeom prst="lightningBolt">
            <a:avLst/>
          </a:prstGeom>
          <a:solidFill>
            <a:srgbClr val="2E75B6"/>
          </a:solidFill>
          <a:ln w="190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lus 8"/>
          <p:cNvSpPr/>
          <p:nvPr/>
        </p:nvSpPr>
        <p:spPr>
          <a:xfrm>
            <a:off x="9525000" y="3810000"/>
            <a:ext cx="2286000" cy="1778000"/>
          </a:xfrm>
          <a:prstGeom prst="mathPlus">
            <a:avLst/>
          </a:prstGeom>
          <a:solidFill>
            <a:srgbClr val="C55A11"/>
          </a:solidFill>
          <a:ln w="190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ular Callout 1"/>
          <p:cNvSpPr/>
          <p:nvPr/>
        </p:nvSpPr>
        <p:spPr>
          <a:xfrm>
            <a:off x="1524000" y="1270000"/>
            <a:ext cx="3048000" cy="1524000"/>
          </a:xfrm>
          <a:prstGeom prst="wedgeRectCallout">
            <a:avLst>
              <a:gd name="adj1" fmla="val -30000"/>
              <a:gd name="adj2" fmla="val 120000"/>
            </a:avLst>
          </a:prstGeom>
          <a:solidFill>
            <a:srgbClr val="FBE5D6"/>
          </a:solidFill>
          <a:ln w="1905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6350000" y="1270000"/>
            <a:ext cx="2540000" cy="2540000"/>
          </a:xfrm>
          <a:prstGeom prst="arc">
            <a:avLst/>
          </a:prstGeom>
          <a:noFill/>
          <a:ln w="381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00" y="1270000"/>
            <a:ext cx="2032000" cy="1016000"/>
          </a:xfrm>
          <a:prstGeom prst="rect">
            <a:avLst/>
          </a:prstGeom>
          <a:solidFill>
            <a:srgbClr val="4472C4"/>
          </a:solidFill>
          <a:ln w="254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0" y="4064000"/>
            <a:ext cx="2032000" cy="1016000"/>
          </a:xfrm>
          <a:prstGeom prst="rect">
            <a:avLst/>
          </a:prstGeom>
          <a:solidFill>
            <a:srgbClr val="70AD47"/>
          </a:solidFill>
          <a:ln w="2540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3302000" y="1778000"/>
            <a:ext cx="4318000" cy="2794000"/>
          </a:xfrm>
          <a:prstGeom prst="bentConnector3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286000" y="2286000"/>
            <a:ext cx="6350000" cy="1778000"/>
          </a:xfrm>
          <a:prstGeom prst="curvedConnector3">
            <a:avLst/>
          </a:prstGeom>
          <a:ln w="28575">
            <a:solidFill>
              <a:srgbClr val="C00000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00" y="1524000"/>
            <a:ext cx="3302000" cy="2032000"/>
          </a:xfrm>
          <a:prstGeom prst="rect">
            <a:avLst/>
          </a:prstGeom>
          <a:gradFill rotWithShape="1">
            <a:gsLst>
              <a:gs pos="0">
                <a:srgbClr val="4472C4"/>
              </a:gs>
              <a:gs pos="100000">
                <a:srgbClr val="FFFFFF"/>
              </a:gs>
            </a:gsLst>
            <a:lin scaled="0"/>
          </a:gra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42000" y="1524000"/>
            <a:ext cx="3302000" cy="2032000"/>
          </a:xfrm>
          <a:prstGeom prst="ellipse">
            <a:avLst/>
          </a:prstGeom>
          <a:gradFill rotWithShape="1">
            <a:gsLst>
              <a:gs pos="0">
                <a:srgbClr val="FFC000"/>
              </a:gs>
              <a:gs pos="100000">
                <a:srgbClr val="C0000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70000" y="4572000"/>
            <a:ext cx="3302000" cy="1524000"/>
          </a:xfrm>
          <a:prstGeom prst="rect">
            <a:avLst/>
          </a:prstGeom>
          <a:noFill/>
          <a:ln w="28575">
            <a:solidFill>
              <a:srgbClr val="1F386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842000" y="4572000"/>
            <a:ext cx="3302000" cy="1524000"/>
          </a:xfrm>
          <a:prstGeom prst="ellipse">
            <a:avLst/>
          </a:prstGeom>
          <a:noFill/>
          <a:ln w="28575">
            <a:solidFill>
              <a:srgbClr val="C00000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1524000" y="1524000"/>
            <a:ext cx="4064000" cy="1143000"/>
            <a:chOff x="1524000" y="1524000"/>
            <a:chExt cx="4064000" cy="1143000"/>
          </a:xfrm>
        </p:grpSpPr>
        <p:sp>
          <p:nvSpPr>
            <p:cNvPr id="3" name="Rectangle 2"/>
            <p:cNvSpPr/>
            <p:nvPr/>
          </p:nvSpPr>
          <p:spPr>
            <a:xfrm>
              <a:off x="1524000" y="1524000"/>
              <a:ext cx="1778000" cy="1143000"/>
            </a:xfrm>
            <a:prstGeom prst="rect">
              <a:avLst/>
            </a:prstGeom>
            <a:solidFill>
              <a:srgbClr val="4472C4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3810000" y="1524000"/>
              <a:ext cx="1778000" cy="1143000"/>
            </a:xfrm>
            <a:prstGeom prst="ellipse">
              <a:avLst/>
            </a:prstGeom>
            <a:solidFill>
              <a:srgbClr val="ED7D31"/>
            </a:solidFill>
            <a:ln w="25400">
              <a:solidFill>
                <a:srgbClr val="833C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Freeform 4"/>
          <p:cNvSpPr/>
          <p:nvPr/>
        </p:nvSpPr>
        <p:spPr>
          <a:xfrm>
            <a:off x="7112000" y="1524000"/>
            <a:ext cx="2540000" cy="2286000"/>
          </a:xfrm>
          <a:custGeom>
            <a:avLst/>
            <a:gdLst/>
            <a:ahLst/>
            <a:cxnLst/>
            <a:rect l="l" t="t" r="r" b="b"/>
            <a:pathLst>
              <a:path w="2540000" h="2286000">
                <a:moveTo>
                  <a:pt x="508000" y="0"/>
                </a:moveTo>
                <a:lnTo>
                  <a:pt x="2540000" y="762000"/>
                </a:lnTo>
                <a:lnTo>
                  <a:pt x="2032000" y="2286000"/>
                </a:lnTo>
                <a:lnTo>
                  <a:pt x="1016000" y="2286000"/>
                </a:lnTo>
                <a:lnTo>
                  <a:pt x="0" y="1016000"/>
                </a:lnTo>
                <a:close/>
              </a:path>
            </a:pathLst>
          </a:custGeom>
          <a:solidFill>
            <a:srgbClr val="9E5FBE"/>
          </a:solidFill>
          <a:ln w="25400">
            <a:solidFill>
              <a:srgbClr val="4B20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