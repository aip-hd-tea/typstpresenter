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4000" y="1143000"/>
            <a:ext cx="3810000" cy="2286000"/>
          </a:xfrm>
          <a:prstGeom prst="rect">
            <a:avLst/>
          </a:prstGeom>
          <a:solidFill>
            <a:srgbClr val="4472C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1524000"/>
            <a:ext cx="3302000" cy="19050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83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0" y="1524000"/>
            <a:ext cx="3302000" cy="1905000"/>
          </a:xfrm>
          <a:prstGeom prst="roundRect">
            <a:avLst>
              <a:gd name="adj" fmla="val 45000"/>
            </a:avLst>
          </a:prstGeom>
          <a:solidFill>
            <a:srgbClr val="FFC000"/>
          </a:solidFill>
          <a:ln w="25400">
            <a:solidFill>
              <a:srgbClr val="7F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70000" y="1270000"/>
            <a:ext cx="4064000" cy="2286000"/>
          </a:xfrm>
          <a:prstGeom prst="ellipse">
            <a:avLst/>
          </a:prstGeom>
          <a:solidFill>
            <a:srgbClr val="70AD47"/>
          </a:solidFill>
          <a:ln w="2540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2000" y="1270000"/>
            <a:ext cx="2286000" cy="2286000"/>
          </a:xfrm>
          <a:prstGeom prst="ellipse">
            <a:avLst/>
          </a:prstGeom>
          <a:solidFill>
            <a:srgbClr val="A9D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2286000" y="1397000"/>
            <a:ext cx="3048000" cy="2540000"/>
          </a:xfrm>
          <a:prstGeom prst="diamond">
            <a:avLst/>
          </a:prstGeom>
          <a:solidFill>
            <a:srgbClr val="FF0000"/>
          </a:solidFill>
          <a:ln w="25400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1524000" y="1524000"/>
            <a:ext cx="3048000" cy="2413000"/>
          </a:xfrm>
          <a:prstGeom prst="triangle">
            <a:avLst/>
          </a:prstGeom>
          <a:solidFill>
            <a:srgbClr val="9E5FBE"/>
          </a:solidFill>
          <a:ln w="25400">
            <a:solidFill>
              <a:srgbClr val="4B2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6096000" y="1524000"/>
            <a:ext cx="3048000" cy="2413000"/>
          </a:xfrm>
          <a:prstGeom prst="triangle">
            <a:avLst>
              <a:gd name="adj" fmla="val 25000"/>
            </a:avLst>
          </a:prstGeom>
          <a:solidFill>
            <a:srgbClr val="C5A0D5"/>
          </a:solidFill>
          <a:ln w="25400">
            <a:solidFill>
              <a:srgbClr val="4B2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524000" y="1778000"/>
            <a:ext cx="3810000" cy="2032000"/>
          </a:xfrm>
          <a:prstGeom prst="line">
            <a:avLst/>
          </a:prstGeom>
          <a:ln w="254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604000" y="1778000"/>
            <a:ext cx="38100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524000" y="4318000"/>
            <a:ext cx="3810000" cy="1524000"/>
          </a:xfrm>
          <a:prstGeom prst="line">
            <a:avLst/>
          </a:prstGeom>
          <a:ln w="25400">
            <a:solidFill>
              <a:srgbClr val="375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2540000" cy="1524000"/>
          </a:xfrm>
          <a:prstGeom prst="rect">
            <a:avLst/>
          </a:prstGeom>
          <a:solidFill>
            <a:srgbClr val="4472C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4000" y="762000"/>
            <a:ext cx="2540000" cy="15240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83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66000" y="762000"/>
            <a:ext cx="2540000" cy="1524000"/>
          </a:xfrm>
          <a:prstGeom prst="ellipse">
            <a:avLst/>
          </a:prstGeom>
          <a:solidFill>
            <a:srgbClr val="70AD47"/>
          </a:solidFill>
          <a:ln w="2540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762000" y="3556000"/>
            <a:ext cx="2540000" cy="2032000"/>
          </a:xfrm>
          <a:prstGeom prst="diamond">
            <a:avLst/>
          </a:prstGeom>
          <a:solidFill>
            <a:srgbClr val="FF0000"/>
          </a:solidFill>
          <a:ln w="25400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4064000" y="3556000"/>
            <a:ext cx="2540000" cy="2032000"/>
          </a:xfrm>
          <a:prstGeom prst="triangle">
            <a:avLst/>
          </a:prstGeom>
          <a:solidFill>
            <a:srgbClr val="9E5FBE"/>
          </a:solidFill>
          <a:ln w="25400">
            <a:solidFill>
              <a:srgbClr val="4B2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66000" y="3810000"/>
            <a:ext cx="3175000" cy="1524000"/>
          </a:xfrm>
          <a:prstGeom prst="line">
            <a:avLst/>
          </a:prstGeom>
          <a:ln w="381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